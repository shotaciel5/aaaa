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147481759" r:id="rId6"/>
    <p:sldId id="2147481760" r:id="rId7"/>
    <p:sldId id="343" r:id="rId8"/>
    <p:sldId id="2147481767" r:id="rId9"/>
    <p:sldId id="2147481769" r:id="rId10"/>
    <p:sldId id="2147481768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4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1C6DB-6F95-4AEC-9794-6133BB83D955}" type="datetimeFigureOut">
              <a:rPr kumimoji="1" lang="ja-JP" altLang="en-US" smtClean="0"/>
              <a:t>2026/10/9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CF664-8E26-4040-93D2-DAB15F51F0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15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CAD5F-C57F-4315-A9FE-3BDB941C897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861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CAD5F-C57F-4315-A9FE-3BDB941C897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833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CAD5F-C57F-4315-A9FE-3BDB941C8974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6677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CAD5F-C57F-4315-A9FE-3BDB941C8974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216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27670EB3-9709-52A2-34ED-72272FF1BB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45814" y="902714"/>
            <a:ext cx="8474374" cy="245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lnSpc>
                <a:spcPct val="114000"/>
              </a:lnSpc>
              <a:buFontTx/>
              <a:buNone/>
              <a:defRPr lang="ja-JP" altLang="en-US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2000"/>
              </a:lnSpc>
            </a:pPr>
            <a:r>
              <a:rPr kumimoji="1" lang="ja-JP" altLang="en-US" dirty="0"/>
              <a:t>宛先がある場合は入力</a:t>
            </a:r>
          </a:p>
        </p:txBody>
      </p:sp>
      <p:sp>
        <p:nvSpPr>
          <p:cNvPr id="2" name="タイトル 24">
            <a:extLst>
              <a:ext uri="{FF2B5EF4-FFF2-40B4-BE49-F238E27FC236}">
                <a16:creationId xmlns:a16="http://schemas.microsoft.com/office/drawing/2014/main" id="{BBABCBE3-3F60-5F81-9986-28620343C7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814" y="2104311"/>
            <a:ext cx="8474374" cy="1642181"/>
          </a:xfrm>
          <a:prstGeom prst="rect">
            <a:avLst/>
          </a:prstGeom>
        </p:spPr>
        <p:txBody>
          <a:bodyPr wrap="square" lIns="18000" anchor="b">
            <a:noAutofit/>
          </a:bodyPr>
          <a:lstStyle>
            <a:lvl1pPr>
              <a:lnSpc>
                <a:spcPct val="106000"/>
              </a:lnSpc>
              <a:defRPr sz="3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タイトルを入力：</a:t>
            </a:r>
            <a:r>
              <a:rPr kumimoji="1" lang="en-US" altLang="ja-JP" dirty="0"/>
              <a:t>32pt</a:t>
            </a:r>
            <a:br>
              <a:rPr kumimoji="1" lang="en-US" altLang="ja-JP" dirty="0"/>
            </a:br>
            <a:r>
              <a:rPr kumimoji="1" lang="en-US" altLang="ja-JP" dirty="0"/>
              <a:t>※3</a:t>
            </a:r>
            <a:r>
              <a:rPr kumimoji="1" lang="ja-JP" altLang="en-US" dirty="0"/>
              <a:t>行を目安に入力してください</a:t>
            </a:r>
          </a:p>
        </p:txBody>
      </p:sp>
      <p:sp>
        <p:nvSpPr>
          <p:cNvPr id="6" name="テキスト プレースホルダー">
            <a:extLst>
              <a:ext uri="{FF2B5EF4-FFF2-40B4-BE49-F238E27FC236}">
                <a16:creationId xmlns:a16="http://schemas.microsoft.com/office/drawing/2014/main" id="{4A08B6A9-51D6-D994-D6F0-4038D969A3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5814" y="4282756"/>
            <a:ext cx="8474374" cy="245195"/>
          </a:xfrm>
          <a:prstGeom prst="rect">
            <a:avLst/>
          </a:prstGeom>
        </p:spPr>
        <p:txBody>
          <a:bodyPr vert="horz" wrap="square" lIns="18000" tIns="0" rIns="0" bIns="0" rtlCol="0" anchor="b">
            <a:spAutoFit/>
          </a:bodyPr>
          <a:lstStyle>
            <a:lvl1pPr marL="0" indent="0">
              <a:buFontTx/>
              <a:buNone/>
              <a:defRPr lang="ja-JP" altLang="en-US" dirty="0">
                <a:solidFill>
                  <a:schemeClr val="tx2">
                    <a:lumMod val="10000"/>
                    <a:lumOff val="90000"/>
                  </a:schemeClr>
                </a:solidFill>
              </a:defRPr>
            </a:lvl1pPr>
          </a:lstStyle>
          <a:p>
            <a:pPr lvl="0">
              <a:lnSpc>
                <a:spcPct val="102000"/>
              </a:lnSpc>
            </a:pPr>
            <a:r>
              <a:rPr kumimoji="1" lang="ja-JP" altLang="en-US" dirty="0"/>
              <a:t>年月</a:t>
            </a:r>
          </a:p>
        </p:txBody>
      </p:sp>
      <p:sp>
        <p:nvSpPr>
          <p:cNvPr id="7" name="テキスト プレースホルダー">
            <a:extLst>
              <a:ext uri="{FF2B5EF4-FFF2-40B4-BE49-F238E27FC236}">
                <a16:creationId xmlns:a16="http://schemas.microsoft.com/office/drawing/2014/main" id="{68A796AA-C827-4D76-5391-6761E4A642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45814" y="4590158"/>
            <a:ext cx="8474374" cy="245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lnSpc>
                <a:spcPct val="105000"/>
              </a:lnSpc>
              <a:buFontTx/>
              <a:buNone/>
              <a:defRPr lang="ja-JP" altLang="en-US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2000"/>
              </a:lnSpc>
            </a:pPr>
            <a:r>
              <a:rPr kumimoji="1" lang="ja-JP" altLang="en-US" dirty="0"/>
              <a:t>部署名　氏名など　適宜改行</a:t>
            </a: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67EB3BF2-B264-3EA6-9E64-45C38A4EA2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17918" y="490428"/>
            <a:ext cx="1682591" cy="34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lIns="0" bIns="10800" anchor="ctr">
            <a:normAutofit/>
          </a:bodyPr>
          <a:lstStyle>
            <a:lvl1pPr marL="0" indent="0" algn="ctr">
              <a:buFontTx/>
              <a:buNone/>
              <a:defRPr sz="900" spc="-30" baseline="0">
                <a:solidFill>
                  <a:schemeClr val="accent1"/>
                </a:solidFill>
              </a:defRPr>
            </a:lvl1pPr>
          </a:lstStyle>
          <a:p>
            <a:pPr algn="ctr"/>
            <a:r>
              <a:rPr lang="zh-TW" altLang="en-US" sz="700" spc="-20" dirty="0">
                <a:solidFill>
                  <a:schemeClr val="accent1"/>
                </a:solidFill>
                <a:latin typeface="+mn-ea"/>
              </a:rPr>
              <a:t>企業秘密管理規程</a:t>
            </a:r>
            <a:r>
              <a:rPr lang="ja-JP" altLang="en-US" sz="700" spc="-20" dirty="0">
                <a:solidFill>
                  <a:schemeClr val="accent1"/>
                </a:solidFill>
                <a:latin typeface="+mn-ea"/>
              </a:rPr>
              <a:t>を適宜入力</a:t>
            </a:r>
          </a:p>
        </p:txBody>
      </p:sp>
      <p:sp>
        <p:nvSpPr>
          <p:cNvPr id="3" name="テキスト プレースホルダー 7">
            <a:extLst>
              <a:ext uri="{FF2B5EF4-FFF2-40B4-BE49-F238E27FC236}">
                <a16:creationId xmlns:a16="http://schemas.microsoft.com/office/drawing/2014/main" id="{616BC72F-3B77-7F3A-1BE2-F6B3A8E29C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9596120" y="900191"/>
            <a:ext cx="2104390" cy="2023984"/>
          </a:xfrm>
          <a:prstGeom prst="rect">
            <a:avLst/>
          </a:prstGeom>
          <a:effectLst>
            <a:outerShdw blurRad="254000" algn="ctr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tIns="18000" rIns="36000">
            <a:noAutofit/>
          </a:bodyPr>
          <a:lstStyle>
            <a:lvl1pPr marL="0" indent="0" algn="r">
              <a:lnSpc>
                <a:spcPct val="110000"/>
              </a:lnSpc>
              <a:buFontTx/>
              <a:buNone/>
              <a:defRPr sz="100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kumimoji="1" lang="ja-JP" altLang="en-US" dirty="0"/>
              <a:t>配付先：適宜変更</a:t>
            </a:r>
            <a:br>
              <a:rPr kumimoji="1" lang="en-US" altLang="ja-JP" dirty="0"/>
            </a:br>
            <a:r>
              <a:rPr kumimoji="1" lang="ja-JP" altLang="en-US" dirty="0"/>
              <a:t>使用目的：適宜変更</a:t>
            </a:r>
            <a:br>
              <a:rPr kumimoji="1" lang="en-US" altLang="ja-JP" dirty="0"/>
            </a:br>
            <a:r>
              <a:rPr kumimoji="1" lang="ja-JP" altLang="en-US" dirty="0"/>
              <a:t>秘密保持期間：適宜変更</a:t>
            </a:r>
            <a:br>
              <a:rPr kumimoji="1" lang="en-US" altLang="ja-JP" dirty="0"/>
            </a:br>
            <a:r>
              <a:rPr kumimoji="1" lang="ja-JP" altLang="en-US" dirty="0"/>
              <a:t>配付先以外への開示禁止</a:t>
            </a:r>
            <a:br>
              <a:rPr kumimoji="1" lang="en-US" altLang="ja-JP" dirty="0"/>
            </a:br>
            <a:r>
              <a:rPr kumimoji="1" lang="ja-JP" altLang="en-US" dirty="0"/>
              <a:t>複製禁止</a:t>
            </a:r>
            <a:br>
              <a:rPr kumimoji="1" lang="en-US" altLang="ja-JP" dirty="0"/>
            </a:br>
            <a:r>
              <a:rPr kumimoji="1" lang="ja-JP" altLang="en-US" dirty="0"/>
              <a:t>持出し禁止</a:t>
            </a:r>
            <a:br>
              <a:rPr kumimoji="1" lang="en-US" altLang="ja-JP" dirty="0"/>
            </a:br>
            <a:r>
              <a:rPr kumimoji="1" lang="ja-JP" altLang="en-US" dirty="0"/>
              <a:t>用済み後廃棄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06585CD8-3EF4-D80D-F719-6F99AFC7F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380" y="6484721"/>
            <a:ext cx="2061970" cy="16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103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with_Imag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図プレースホルダー 16">
            <a:extLst>
              <a:ext uri="{FF2B5EF4-FFF2-40B4-BE49-F238E27FC236}">
                <a16:creationId xmlns:a16="http://schemas.microsoft.com/office/drawing/2014/main" id="{D1CF52D2-31BC-21FE-5F24-346487477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17351" y="373133"/>
            <a:ext cx="5898129" cy="5898128"/>
          </a:xfrm>
          <a:prstGeom prst="roundRect">
            <a:avLst>
              <a:gd name="adj" fmla="val 3547"/>
            </a:avLst>
          </a:prstGeom>
          <a:solidFill>
            <a:schemeClr val="tx2">
              <a:lumMod val="50000"/>
              <a:lumOff val="50000"/>
            </a:schemeClr>
          </a:solidFill>
        </p:spPr>
        <p:txBody>
          <a:bodyPr lIns="1368000" tIns="0" bIns="1800000" anchor="b">
            <a:normAutofit/>
          </a:bodyPr>
          <a:lstStyle>
            <a:lvl1pPr marL="0" indent="0" algn="l">
              <a:buFontTx/>
              <a:buNone/>
              <a:tabLst/>
              <a:defRPr sz="1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algn="ctr">
              <a:lnSpc>
                <a:spcPct val="104000"/>
              </a:lnSpc>
            </a:pPr>
            <a:r>
              <a:rPr lang="ja-JP" altLang="en-US" sz="1600" dirty="0">
                <a:solidFill>
                  <a:schemeClr val="bg1"/>
                </a:solidFill>
              </a:rPr>
              <a:t>図のアイコン↑をクリックし</a:t>
            </a:r>
            <a:br>
              <a:rPr lang="en-US" altLang="ja-JP" sz="1600" dirty="0">
                <a:solidFill>
                  <a:schemeClr val="bg1"/>
                </a:solidFill>
              </a:rPr>
            </a:br>
            <a:r>
              <a:rPr lang="ja-JP" altLang="en-US" sz="1600" dirty="0">
                <a:solidFill>
                  <a:schemeClr val="bg1"/>
                </a:solidFill>
              </a:rPr>
              <a:t>写真イメージを挿入してください</a:t>
            </a:r>
            <a:endParaRPr lang="en-US" altLang="ja-JP" sz="1600" dirty="0">
              <a:solidFill>
                <a:schemeClr val="bg1"/>
              </a:solidFill>
            </a:endParaRPr>
          </a:p>
          <a:p>
            <a:pPr algn="ctr">
              <a:lnSpc>
                <a:spcPct val="104000"/>
              </a:lnSpc>
            </a:pPr>
            <a:endParaRPr lang="en-US" altLang="ja-JP" sz="1600" dirty="0">
              <a:solidFill>
                <a:schemeClr val="bg1"/>
              </a:solidFill>
            </a:endParaRPr>
          </a:p>
        </p:txBody>
      </p:sp>
      <p:sp>
        <p:nvSpPr>
          <p:cNvPr id="2" name="テキスト プレースホルダー">
            <a:extLst>
              <a:ext uri="{FF2B5EF4-FFF2-40B4-BE49-F238E27FC236}">
                <a16:creationId xmlns:a16="http://schemas.microsoft.com/office/drawing/2014/main" id="{6CB642AF-8B37-1D73-94BC-F32C9C478D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45814" y="897199"/>
            <a:ext cx="4839737" cy="250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FontTx/>
              <a:buNone/>
              <a:defRPr lang="ja-JP" altLang="en-US" dirty="0">
                <a:solidFill>
                  <a:schemeClr val="tx2"/>
                </a:solidFill>
              </a:defRPr>
            </a:lvl1pPr>
          </a:lstStyle>
          <a:p>
            <a:pPr lvl="0">
              <a:lnSpc>
                <a:spcPct val="102000"/>
              </a:lnSpc>
            </a:pPr>
            <a:r>
              <a:rPr kumimoji="1" lang="ja-JP" altLang="en-US" dirty="0"/>
              <a:t>宛先がある場合は入力</a:t>
            </a:r>
          </a:p>
        </p:txBody>
      </p:sp>
      <p:sp>
        <p:nvSpPr>
          <p:cNvPr id="3" name="タイトル 24">
            <a:extLst>
              <a:ext uri="{FF2B5EF4-FFF2-40B4-BE49-F238E27FC236}">
                <a16:creationId xmlns:a16="http://schemas.microsoft.com/office/drawing/2014/main" id="{1390A3E7-83A8-FD3B-C7DE-586D337315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813" y="2298082"/>
            <a:ext cx="4839737" cy="1448410"/>
          </a:xfrm>
          <a:prstGeom prst="rect">
            <a:avLst/>
          </a:prstGeom>
        </p:spPr>
        <p:txBody>
          <a:bodyPr wrap="square" lIns="36000" anchor="b">
            <a:noAutofit/>
          </a:bodyPr>
          <a:lstStyle>
            <a:lvl1pPr>
              <a:lnSpc>
                <a:spcPct val="106000"/>
              </a:lnSpc>
              <a:defRPr sz="28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タイトルを入力：</a:t>
            </a:r>
            <a:r>
              <a:rPr kumimoji="1" lang="en-US" altLang="ja-JP" dirty="0"/>
              <a:t>28pt</a:t>
            </a:r>
            <a:br>
              <a:rPr kumimoji="1" lang="en-US" altLang="ja-JP" dirty="0"/>
            </a:br>
            <a:r>
              <a:rPr kumimoji="1" lang="en-US" altLang="ja-JP" dirty="0"/>
              <a:t>※3</a:t>
            </a:r>
            <a:r>
              <a:rPr kumimoji="1" lang="ja-JP" altLang="en-US" dirty="0"/>
              <a:t>行を目安に</a:t>
            </a:r>
            <a:br>
              <a:rPr kumimoji="1" lang="en-US" altLang="ja-JP" dirty="0"/>
            </a:br>
            <a:r>
              <a:rPr kumimoji="1" lang="ja-JP" altLang="en-US" dirty="0"/>
              <a:t>　入力してください</a:t>
            </a:r>
          </a:p>
        </p:txBody>
      </p:sp>
      <p:sp>
        <p:nvSpPr>
          <p:cNvPr id="10" name="テキスト プレースホルダー">
            <a:extLst>
              <a:ext uri="{FF2B5EF4-FFF2-40B4-BE49-F238E27FC236}">
                <a16:creationId xmlns:a16="http://schemas.microsoft.com/office/drawing/2014/main" id="{276827D7-53F6-BB8A-64E6-B35A794116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45814" y="4282756"/>
            <a:ext cx="4839736" cy="245195"/>
          </a:xfrm>
          <a:prstGeom prst="rect">
            <a:avLst/>
          </a:prstGeom>
        </p:spPr>
        <p:txBody>
          <a:bodyPr vert="horz" wrap="square" lIns="18000" tIns="0" rIns="0" bIns="0" rtlCol="0" anchor="b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lang="ja-JP" altLang="en-US" dirty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lnSpc>
                <a:spcPct val="102000"/>
              </a:lnSpc>
            </a:pPr>
            <a:r>
              <a:rPr kumimoji="1" lang="ja-JP" altLang="en-US" dirty="0"/>
              <a:t>年月</a:t>
            </a:r>
          </a:p>
        </p:txBody>
      </p:sp>
      <p:sp>
        <p:nvSpPr>
          <p:cNvPr id="8" name="テキスト プレースホルダー">
            <a:extLst>
              <a:ext uri="{FF2B5EF4-FFF2-40B4-BE49-F238E27FC236}">
                <a16:creationId xmlns:a16="http://schemas.microsoft.com/office/drawing/2014/main" id="{6F2E7C59-F102-E2E1-3B83-D6003C45E8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45814" y="4590158"/>
            <a:ext cx="4839736" cy="245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lnSpc>
                <a:spcPct val="105000"/>
              </a:lnSpc>
              <a:buFontTx/>
              <a:buNone/>
              <a:defRPr lang="ja-JP" altLang="en-US" dirty="0">
                <a:solidFill>
                  <a:schemeClr val="tx2"/>
                </a:solidFill>
              </a:defRPr>
            </a:lvl1pPr>
          </a:lstStyle>
          <a:p>
            <a:pPr lvl="0">
              <a:lnSpc>
                <a:spcPct val="102000"/>
              </a:lnSpc>
            </a:pPr>
            <a:r>
              <a:rPr kumimoji="1" lang="ja-JP" altLang="en-US" dirty="0"/>
              <a:t>部署名　氏名など　適宜改行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FE1F280F-C44A-8A4F-68B0-BAEEF1E1F6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17918" y="490428"/>
            <a:ext cx="1682591" cy="34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lIns="0" bIns="10800" anchor="ctr">
            <a:normAutofit/>
          </a:bodyPr>
          <a:lstStyle>
            <a:lvl1pPr marL="0" indent="0" algn="ctr">
              <a:buFontTx/>
              <a:buNone/>
              <a:defRPr sz="900" spc="-30" baseline="0">
                <a:solidFill>
                  <a:schemeClr val="accent1"/>
                </a:solidFill>
              </a:defRPr>
            </a:lvl1pPr>
          </a:lstStyle>
          <a:p>
            <a:pPr algn="ctr"/>
            <a:r>
              <a:rPr lang="zh-TW" altLang="en-US" sz="700" spc="-20" dirty="0">
                <a:solidFill>
                  <a:schemeClr val="accent1"/>
                </a:solidFill>
                <a:latin typeface="+mn-ea"/>
              </a:rPr>
              <a:t>企業秘密管理規程</a:t>
            </a:r>
            <a:r>
              <a:rPr lang="ja-JP" altLang="en-US" sz="700" spc="-20" dirty="0">
                <a:solidFill>
                  <a:schemeClr val="accent1"/>
                </a:solidFill>
                <a:latin typeface="+mn-ea"/>
              </a:rPr>
              <a:t>を適宜入力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4AF1C888-E4EF-E421-2849-BB3BDFB5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380" y="6484721"/>
            <a:ext cx="2061970" cy="162359"/>
          </a:xfrm>
          <a:prstGeom prst="rect">
            <a:avLst/>
          </a:prstGeom>
        </p:spPr>
      </p:pic>
      <p:sp>
        <p:nvSpPr>
          <p:cNvPr id="7" name="テキスト プレースホルダー 7">
            <a:extLst>
              <a:ext uri="{FF2B5EF4-FFF2-40B4-BE49-F238E27FC236}">
                <a16:creationId xmlns:a16="http://schemas.microsoft.com/office/drawing/2014/main" id="{A647E6E4-E59D-E294-C223-01F9D930E0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9596120" y="900191"/>
            <a:ext cx="2104390" cy="2023984"/>
          </a:xfrm>
          <a:prstGeom prst="rect">
            <a:avLst/>
          </a:prstGeom>
          <a:effectLst>
            <a:outerShdw blurRad="254000" algn="ctr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tIns="18000" rIns="36000">
            <a:noAutofit/>
          </a:bodyPr>
          <a:lstStyle>
            <a:lvl1pPr marL="0" indent="0" algn="r">
              <a:lnSpc>
                <a:spcPct val="110000"/>
              </a:lnSpc>
              <a:buFontTx/>
              <a:buNone/>
              <a:defRPr sz="100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kumimoji="1" lang="ja-JP" altLang="en-US" dirty="0"/>
              <a:t>配付先：適宜変更</a:t>
            </a:r>
            <a:br>
              <a:rPr kumimoji="1" lang="en-US" altLang="ja-JP" dirty="0"/>
            </a:br>
            <a:r>
              <a:rPr kumimoji="1" lang="ja-JP" altLang="en-US" dirty="0"/>
              <a:t>使用目的：適宜変更</a:t>
            </a:r>
            <a:br>
              <a:rPr kumimoji="1" lang="en-US" altLang="ja-JP" dirty="0"/>
            </a:br>
            <a:r>
              <a:rPr kumimoji="1" lang="ja-JP" altLang="en-US" dirty="0"/>
              <a:t>秘密保持期間：適宜変更</a:t>
            </a:r>
            <a:br>
              <a:rPr kumimoji="1" lang="en-US" altLang="ja-JP" dirty="0"/>
            </a:br>
            <a:r>
              <a:rPr kumimoji="1" lang="ja-JP" altLang="en-US" dirty="0"/>
              <a:t>配付先以外への開示禁止</a:t>
            </a:r>
            <a:br>
              <a:rPr kumimoji="1" lang="en-US" altLang="ja-JP" dirty="0"/>
            </a:br>
            <a:r>
              <a:rPr kumimoji="1" lang="ja-JP" altLang="en-US" dirty="0"/>
              <a:t>複製禁止</a:t>
            </a:r>
            <a:br>
              <a:rPr kumimoji="1" lang="en-US" altLang="ja-JP" dirty="0"/>
            </a:br>
            <a:r>
              <a:rPr kumimoji="1" lang="ja-JP" altLang="en-US" dirty="0"/>
              <a:t>持出し禁止</a:t>
            </a:r>
            <a:br>
              <a:rPr kumimoji="1" lang="en-US" altLang="ja-JP" dirty="0"/>
            </a:br>
            <a:r>
              <a:rPr kumimoji="1" lang="ja-JP" altLang="en-US" dirty="0"/>
              <a:t>用済み後廃棄</a:t>
            </a:r>
          </a:p>
        </p:txBody>
      </p:sp>
    </p:spTree>
    <p:extLst>
      <p:ext uri="{BB962C8B-B14F-4D97-AF65-F5344CB8AC3E}">
        <p14:creationId xmlns:p14="http://schemas.microsoft.com/office/powerpoint/2010/main" val="3020281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 bwMode="ltGray"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 3">
            <a:extLst>
              <a:ext uri="{FF2B5EF4-FFF2-40B4-BE49-F238E27FC236}">
                <a16:creationId xmlns:a16="http://schemas.microsoft.com/office/drawing/2014/main" id="{55F11215-7439-E99A-4F5F-0AF70302E1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815" y="864784"/>
            <a:ext cx="11174709" cy="43614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>
              <a:lnSpc>
                <a:spcPct val="104000"/>
              </a:lnSpc>
              <a:spcBef>
                <a:spcPts val="0"/>
              </a:spcBef>
              <a:tabLst/>
              <a:defRPr/>
            </a:pPr>
            <a:r>
              <a:rPr lang="ja-JP" altLang="en-US" dirty="0"/>
              <a:t>目次タイトルを入力：</a:t>
            </a:r>
            <a:r>
              <a:rPr lang="en-US" altLang="ja-JP" dirty="0"/>
              <a:t>28pt</a:t>
            </a:r>
            <a:endParaRPr lang="ja-JP" altLang="en-US" dirty="0"/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DEDEE7DD-D3B5-749B-C2AB-232AD25E34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71812" y="1741905"/>
            <a:ext cx="8748711" cy="4531895"/>
          </a:xfrm>
          <a:prstGeom prst="rect">
            <a:avLst/>
          </a:prstGeom>
        </p:spPr>
        <p:txBody>
          <a:bodyPr/>
          <a:lstStyle>
            <a:lvl1pPr marL="288000" indent="-288000">
              <a:lnSpc>
                <a:spcPct val="140000"/>
              </a:lnSpc>
              <a:buClr>
                <a:schemeClr val="tx2"/>
              </a:buClr>
              <a:buFont typeface="+mj-lt"/>
              <a:buAutoNum type="arabicPeriod"/>
              <a:defRPr sz="1800">
                <a:solidFill>
                  <a:schemeClr val="tx2"/>
                </a:solidFill>
              </a:defRPr>
            </a:lvl1pPr>
            <a:lvl2pPr marL="540000" indent="-180000">
              <a:buClr>
                <a:schemeClr val="bg2">
                  <a:lumMod val="75000"/>
                </a:schemeClr>
              </a:buClr>
              <a:defRPr>
                <a:solidFill>
                  <a:schemeClr val="tx2"/>
                </a:solidFill>
              </a:defRPr>
            </a:lvl2pPr>
            <a:lvl3pPr marL="792000" indent="-180000">
              <a:buFont typeface="Arial" panose="020B0604020202020204" pitchFamily="34" charset="0"/>
              <a:buChar char="•"/>
              <a:defRPr/>
            </a:lvl3pPr>
            <a:lvl4pPr marL="1044000" indent="-180000">
              <a:defRPr/>
            </a:lvl4pPr>
            <a:lvl5pPr marL="1296000" indent="-180000">
              <a:defRPr/>
            </a:lvl5pPr>
            <a:lvl6pPr marL="1296000">
              <a:defRPr/>
            </a:lvl6pPr>
            <a:lvl7pPr marL="1296000">
              <a:defRPr/>
            </a:lvl7pPr>
            <a:lvl8pPr marL="1296000">
              <a:defRPr/>
            </a:lvl8pPr>
            <a:lvl9pPr marL="1296000">
              <a:defRPr/>
            </a:lvl9pPr>
          </a:lstStyle>
          <a:p>
            <a:pPr lvl="0"/>
            <a:r>
              <a:rPr kumimoji="1" lang="ja-JP" altLang="en-US" dirty="0"/>
              <a:t>項目を入力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項目を入力</a:t>
            </a:r>
          </a:p>
        </p:txBody>
      </p:sp>
    </p:spTree>
    <p:extLst>
      <p:ext uri="{BB962C8B-B14F-4D97-AF65-F5344CB8AC3E}">
        <p14:creationId xmlns:p14="http://schemas.microsoft.com/office/powerpoint/2010/main" val="1611394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">
    <p:bg bwMode="ltGray"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タイトル 24">
            <a:extLst>
              <a:ext uri="{FF2B5EF4-FFF2-40B4-BE49-F238E27FC236}">
                <a16:creationId xmlns:a16="http://schemas.microsoft.com/office/drawing/2014/main" id="{4620BF37-EAB3-E738-F896-48A15518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531" y="2096584"/>
            <a:ext cx="10898938" cy="1332416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>
              <a:lnSpc>
                <a:spcPct val="104000"/>
              </a:lnSpc>
              <a:defRPr sz="28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セクションタイトルを入力：</a:t>
            </a:r>
            <a:r>
              <a:rPr kumimoji="1" lang="en-US" altLang="ja-JP" dirty="0"/>
              <a:t>28pt</a:t>
            </a:r>
            <a:endParaRPr kumimoji="1" lang="ja-JP" altLang="en-US" dirty="0"/>
          </a:p>
        </p:txBody>
      </p:sp>
      <p:sp>
        <p:nvSpPr>
          <p:cNvPr id="3" name="コンテンツ プレースホルダー 4">
            <a:extLst>
              <a:ext uri="{FF2B5EF4-FFF2-40B4-BE49-F238E27FC236}">
                <a16:creationId xmlns:a16="http://schemas.microsoft.com/office/drawing/2014/main" id="{231248EB-90B2-21BF-9672-CF8ECA42D5D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5813" y="3695700"/>
            <a:ext cx="10900374" cy="232169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tx2"/>
                </a:solidFill>
              </a:defRPr>
            </a:lvl1pPr>
            <a:lvl2pPr marL="32400" indent="0">
              <a:buFontTx/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 marL="1260000" indent="0">
              <a:buNone/>
              <a:defRPr/>
            </a:lvl6pPr>
            <a:lvl7pPr marL="1620000" indent="-18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lvl7pPr>
            <a:lvl8pPr marL="1798638" indent="-180000">
              <a:defRPr/>
            </a:lvl8pPr>
            <a:lvl9pPr marL="1798638" indent="-180000">
              <a:buFontTx/>
              <a:buNone/>
              <a:defRPr/>
            </a:lvl9pPr>
          </a:lstStyle>
          <a:p>
            <a:pPr lvl="0"/>
            <a:r>
              <a:rPr kumimoji="1" lang="ja-JP" altLang="en-US" dirty="0"/>
              <a:t>セクションの概要を入力</a:t>
            </a:r>
          </a:p>
          <a:p>
            <a:pPr lvl="1"/>
            <a:r>
              <a:rPr kumimoji="1" lang="ja-JP" altLang="en-US" dirty="0"/>
              <a:t>項目を入力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5584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A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3">
            <a:extLst>
              <a:ext uri="{FF2B5EF4-FFF2-40B4-BE49-F238E27FC236}">
                <a16:creationId xmlns:a16="http://schemas.microsoft.com/office/drawing/2014/main" id="{CC5A5C93-23B8-DFCC-DC07-A93C8213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71475"/>
            <a:ext cx="11449050" cy="509588"/>
          </a:xfrm>
          <a:prstGeom prst="rect">
            <a:avLst/>
          </a:prstGeom>
        </p:spPr>
        <p:txBody>
          <a:bodyPr lIns="7200" tIns="0" rIns="0" bIns="0"/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pPr>
              <a:lnSpc>
                <a:spcPct val="104000"/>
              </a:lnSpc>
              <a:spcBef>
                <a:spcPts val="0"/>
              </a:spcBef>
              <a:tabLst/>
              <a:defRPr/>
            </a:pPr>
            <a:r>
              <a:rPr lang="ja-JP" altLang="en-US" dirty="0"/>
              <a:t>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2198848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3">
            <a:extLst>
              <a:ext uri="{FF2B5EF4-FFF2-40B4-BE49-F238E27FC236}">
                <a16:creationId xmlns:a16="http://schemas.microsoft.com/office/drawing/2014/main" id="{CC5A5C93-23B8-DFCC-DC07-A93C8213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71475"/>
            <a:ext cx="11449050" cy="509588"/>
          </a:xfrm>
          <a:prstGeom prst="rect">
            <a:avLst/>
          </a:prstGeom>
        </p:spPr>
        <p:txBody>
          <a:bodyPr lIns="7200" tIns="0" rIns="0" bIns="0"/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pPr>
              <a:lnSpc>
                <a:spcPct val="104000"/>
              </a:lnSpc>
              <a:spcBef>
                <a:spcPts val="0"/>
              </a:spcBef>
              <a:tabLst/>
              <a:defRPr/>
            </a:pPr>
            <a:r>
              <a:rPr lang="ja-JP" altLang="en-US" dirty="0"/>
              <a:t>タイトルを入力</a:t>
            </a:r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86B74404-DA4C-9BFE-9161-CFC7DFE869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5" y="1196975"/>
            <a:ext cx="11449050" cy="5076825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34678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C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プレースホルダー">
            <a:extLst>
              <a:ext uri="{FF2B5EF4-FFF2-40B4-BE49-F238E27FC236}">
                <a16:creationId xmlns:a16="http://schemas.microsoft.com/office/drawing/2014/main" id="{5EDDEF68-13D0-CA37-6C9C-624C640A5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70915"/>
            <a:ext cx="11449050" cy="281103"/>
          </a:xfrm>
          <a:prstGeom prst="rect">
            <a:avLst/>
          </a:prstGeom>
          <a:noFill/>
        </p:spPr>
        <p:txBody>
          <a:bodyPr wrap="square" lIns="28800" tIns="0" rIns="0" bIns="0" rtlCol="0" anchor="ctr">
            <a:spAutoFit/>
          </a:bodyPr>
          <a:lstStyle>
            <a:lvl1pPr>
              <a:lnSpc>
                <a:spcPct val="105000"/>
              </a:lnSpc>
              <a:defRPr lang="ja-JP" altLang="en-US" sz="1800" b="1" i="0" u="none" strike="noStrike" cap="none" spc="0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ea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インデックスを入力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ea"/>
              <a:ea typeface="+mj-ea"/>
              <a:cs typeface="Segoe UI" panose="020B0502040204020203" pitchFamily="34" charset="0"/>
            </a:endParaRPr>
          </a:p>
        </p:txBody>
      </p:sp>
      <p:sp>
        <p:nvSpPr>
          <p:cNvPr id="21" name="テキスト プレースホルダー 3">
            <a:extLst>
              <a:ext uri="{FF2B5EF4-FFF2-40B4-BE49-F238E27FC236}">
                <a16:creationId xmlns:a16="http://schemas.microsoft.com/office/drawing/2014/main" id="{669CFD27-39CA-46ED-4F15-E244CC1CBD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739891"/>
            <a:ext cx="11449050" cy="822442"/>
          </a:xfrm>
          <a:prstGeom prst="rect">
            <a:avLst/>
          </a:prstGeom>
        </p:spPr>
        <p:txBody>
          <a:bodyPr lIns="18000" anchor="ctr">
            <a:noAutofit/>
          </a:bodyPr>
          <a:lstStyle>
            <a:lvl1pPr marL="0" indent="0">
              <a:lnSpc>
                <a:spcPct val="102000"/>
              </a:lnSpc>
              <a:spcBef>
                <a:spcPts val="100"/>
              </a:spcBef>
              <a:buFontTx/>
              <a:buNone/>
              <a:defRPr sz="2600" b="1">
                <a:solidFill>
                  <a:schemeClr val="tx2"/>
                </a:solidFill>
              </a:defRPr>
            </a:lvl1pPr>
            <a:lvl2pPr marL="355557" indent="0">
              <a:buFontTx/>
              <a:buNone/>
              <a:defRPr sz="2600"/>
            </a:lvl2pPr>
            <a:lvl3pPr marL="598942" indent="0">
              <a:buFontTx/>
              <a:buNone/>
              <a:defRPr sz="2600"/>
            </a:lvl3pPr>
            <a:lvl4pPr marL="719578" indent="0">
              <a:buFontTx/>
              <a:buNone/>
              <a:defRPr sz="2600"/>
            </a:lvl4pPr>
            <a:lvl5pPr marL="835982" indent="0">
              <a:buFontTx/>
              <a:buNone/>
              <a:defRPr sz="2600"/>
            </a:lvl5pPr>
          </a:lstStyle>
          <a:p>
            <a:pPr marL="0" marR="0" lvl="0" fontAlgn="auto">
              <a:lnSpc>
                <a:spcPct val="105000"/>
              </a:lnSpc>
              <a:spcBef>
                <a:spcPts val="0"/>
              </a:spcBef>
              <a:buClrTx/>
              <a:buSzTx/>
              <a:buFontTx/>
              <a:tabLst/>
            </a:pPr>
            <a:r>
              <a:rPr kumimoji="1" lang="ja-JP" altLang="en-US" dirty="0"/>
              <a:t>このページで伝えたいことを端的に１行、もしくは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行で入力してください</a:t>
            </a:r>
          </a:p>
        </p:txBody>
      </p:sp>
      <p:sp>
        <p:nvSpPr>
          <p:cNvPr id="5" name="コンテンツ プレースホルダー 10">
            <a:extLst>
              <a:ext uri="{FF2B5EF4-FFF2-40B4-BE49-F238E27FC236}">
                <a16:creationId xmlns:a16="http://schemas.microsoft.com/office/drawing/2014/main" id="{7640D189-0DDC-4D3E-9269-E865208C4BA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5" y="1808163"/>
            <a:ext cx="11449050" cy="4465637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36988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3">
            <a:extLst>
              <a:ext uri="{FF2B5EF4-FFF2-40B4-BE49-F238E27FC236}">
                <a16:creationId xmlns:a16="http://schemas.microsoft.com/office/drawing/2014/main" id="{510182E3-C876-C64A-0DBB-1C4069E8EA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71475"/>
            <a:ext cx="11449050" cy="509588"/>
          </a:xfrm>
          <a:prstGeom prst="rect">
            <a:avLst/>
          </a:prstGeom>
        </p:spPr>
        <p:txBody>
          <a:bodyPr lIns="7200" tIns="0" rIns="0" bIns="0"/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pPr>
              <a:lnSpc>
                <a:spcPct val="104000"/>
              </a:lnSpc>
              <a:spcBef>
                <a:spcPts val="0"/>
              </a:spcBef>
              <a:tabLst/>
              <a:defRPr/>
            </a:pPr>
            <a:r>
              <a:rPr lang="ja-JP" altLang="en-US" dirty="0"/>
              <a:t>タイトルを入力</a:t>
            </a:r>
          </a:p>
        </p:txBody>
      </p:sp>
      <p:sp>
        <p:nvSpPr>
          <p:cNvPr id="2" name="テキスト プレースホルダー 3">
            <a:extLst>
              <a:ext uri="{FF2B5EF4-FFF2-40B4-BE49-F238E27FC236}">
                <a16:creationId xmlns:a16="http://schemas.microsoft.com/office/drawing/2014/main" id="{B415893E-AC4A-AE79-6FBF-24038FE156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897732"/>
            <a:ext cx="11449050" cy="615857"/>
          </a:xfrm>
          <a:prstGeom prst="rect">
            <a:avLst/>
          </a:prstGeom>
        </p:spPr>
        <p:txBody>
          <a:bodyPr vert="horz" lIns="18000" tIns="0" rIns="0" bIns="0" rtlCol="0" anchor="t">
            <a:noAutofit/>
          </a:bodyPr>
          <a:lstStyle>
            <a:lvl1pPr marL="0" indent="0">
              <a:lnSpc>
                <a:spcPct val="108000"/>
              </a:lnSpc>
              <a:buFontTx/>
              <a:buNone/>
              <a:defRPr lang="ja-JP" alt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このページで伝えたいことを端的に１行、もしくは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行で入力してください</a:t>
            </a:r>
          </a:p>
        </p:txBody>
      </p:sp>
      <p:sp>
        <p:nvSpPr>
          <p:cNvPr id="3" name="コンテンツ プレースホルダー 10">
            <a:extLst>
              <a:ext uri="{FF2B5EF4-FFF2-40B4-BE49-F238E27FC236}">
                <a16:creationId xmlns:a16="http://schemas.microsoft.com/office/drawing/2014/main" id="{F7167868-CB44-D827-67BF-D6E30CD2BB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5" y="1808163"/>
            <a:ext cx="11449050" cy="4465637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91127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1">
            <a:extLst>
              <a:ext uri="{FF2B5EF4-FFF2-40B4-BE49-F238E27FC236}">
                <a16:creationId xmlns:a16="http://schemas.microsoft.com/office/drawing/2014/main" id="{60CC5D40-33A2-5C26-0EDD-56EAAF9C7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475" y="1808163"/>
            <a:ext cx="11449050" cy="4465637"/>
          </a:xfrm>
          <a:prstGeom prst="roundRect">
            <a:avLst>
              <a:gd name="adj" fmla="val 3481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R="0" lvl="0" indent="0" algn="ctr" fontAlgn="auto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ja-JP" altLang="en-US" sz="16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游ゴシック"/>
              <a:cs typeface="Segoe UI" panose="020B0502040204020203" pitchFamily="34" charset="0"/>
            </a:endParaRPr>
          </a:p>
        </p:txBody>
      </p:sp>
      <p:sp>
        <p:nvSpPr>
          <p:cNvPr id="9" name="タイトル 3">
            <a:extLst>
              <a:ext uri="{FF2B5EF4-FFF2-40B4-BE49-F238E27FC236}">
                <a16:creationId xmlns:a16="http://schemas.microsoft.com/office/drawing/2014/main" id="{3D8BAB03-03F0-FEC3-9E3E-D438FC4367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71475"/>
            <a:ext cx="11449050" cy="509588"/>
          </a:xfrm>
          <a:prstGeom prst="rect">
            <a:avLst/>
          </a:prstGeom>
        </p:spPr>
        <p:txBody>
          <a:bodyPr lIns="7200" tIns="0" rIns="0" bIns="0"/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pPr>
              <a:lnSpc>
                <a:spcPct val="104000"/>
              </a:lnSpc>
              <a:spcBef>
                <a:spcPts val="0"/>
              </a:spcBef>
              <a:tabLst/>
              <a:defRPr/>
            </a:pPr>
            <a:r>
              <a:rPr lang="ja-JP" altLang="en-US" dirty="0"/>
              <a:t>タイトルを入力</a:t>
            </a:r>
          </a:p>
        </p:txBody>
      </p:sp>
      <p:sp>
        <p:nvSpPr>
          <p:cNvPr id="3" name="テキスト プレースホルダー 3">
            <a:extLst>
              <a:ext uri="{FF2B5EF4-FFF2-40B4-BE49-F238E27FC236}">
                <a16:creationId xmlns:a16="http://schemas.microsoft.com/office/drawing/2014/main" id="{F15015A0-8BD8-C023-5534-AD576605FB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897732"/>
            <a:ext cx="11449050" cy="615857"/>
          </a:xfrm>
          <a:prstGeom prst="rect">
            <a:avLst/>
          </a:prstGeom>
        </p:spPr>
        <p:txBody>
          <a:bodyPr vert="horz" lIns="18000" tIns="0" rIns="0" bIns="0" rtlCol="0" anchor="t">
            <a:noAutofit/>
          </a:bodyPr>
          <a:lstStyle>
            <a:lvl1pPr marL="0" indent="0">
              <a:lnSpc>
                <a:spcPct val="108000"/>
              </a:lnSpc>
              <a:buFontTx/>
              <a:buNone/>
              <a:defRPr lang="ja-JP" alt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このページで伝えたいことを端的に１行、もしくは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行で入力してください</a:t>
            </a:r>
          </a:p>
        </p:txBody>
      </p:sp>
      <p:sp>
        <p:nvSpPr>
          <p:cNvPr id="6" name="コンテンツ プレースホルダー 10">
            <a:extLst>
              <a:ext uri="{FF2B5EF4-FFF2-40B4-BE49-F238E27FC236}">
                <a16:creationId xmlns:a16="http://schemas.microsoft.com/office/drawing/2014/main" id="{409AD785-296E-73FB-94A5-F80C28EF1D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7375" y="2024064"/>
            <a:ext cx="11017250" cy="4033838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96072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5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E_BG">
    <p:bg bwMode="ltGray"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1">
            <a:extLst>
              <a:ext uri="{FF2B5EF4-FFF2-40B4-BE49-F238E27FC236}">
                <a16:creationId xmlns:a16="http://schemas.microsoft.com/office/drawing/2014/main" id="{60CC5D40-33A2-5C26-0EDD-56EAAF9C7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475" y="1808163"/>
            <a:ext cx="11449050" cy="4465637"/>
          </a:xfrm>
          <a:prstGeom prst="roundRect">
            <a:avLst>
              <a:gd name="adj" fmla="val 348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R="0" lvl="0" indent="0" algn="ctr" fontAlgn="auto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ja-JP" altLang="en-US" sz="16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游ゴシック"/>
              <a:cs typeface="Segoe UI" panose="020B0502040204020203" pitchFamily="34" charset="0"/>
            </a:endParaRPr>
          </a:p>
        </p:txBody>
      </p:sp>
      <p:sp>
        <p:nvSpPr>
          <p:cNvPr id="9" name="タイトル 3">
            <a:extLst>
              <a:ext uri="{FF2B5EF4-FFF2-40B4-BE49-F238E27FC236}">
                <a16:creationId xmlns:a16="http://schemas.microsoft.com/office/drawing/2014/main" id="{3D8BAB03-03F0-FEC3-9E3E-D438FC4367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71475"/>
            <a:ext cx="11449050" cy="509588"/>
          </a:xfrm>
          <a:prstGeom prst="rect">
            <a:avLst/>
          </a:prstGeom>
        </p:spPr>
        <p:txBody>
          <a:bodyPr lIns="7200" tIns="0" rIns="0" bIns="0"/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pPr>
              <a:lnSpc>
                <a:spcPct val="104000"/>
              </a:lnSpc>
              <a:spcBef>
                <a:spcPts val="0"/>
              </a:spcBef>
              <a:tabLst/>
              <a:defRPr/>
            </a:pPr>
            <a:r>
              <a:rPr lang="ja-JP" altLang="en-US" dirty="0"/>
              <a:t>タイトルを入力</a:t>
            </a:r>
          </a:p>
        </p:txBody>
      </p:sp>
      <p:sp>
        <p:nvSpPr>
          <p:cNvPr id="3" name="テキスト プレースホルダー 3">
            <a:extLst>
              <a:ext uri="{FF2B5EF4-FFF2-40B4-BE49-F238E27FC236}">
                <a16:creationId xmlns:a16="http://schemas.microsoft.com/office/drawing/2014/main" id="{F15015A0-8BD8-C023-5534-AD576605FB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897732"/>
            <a:ext cx="11449050" cy="615857"/>
          </a:xfrm>
          <a:prstGeom prst="rect">
            <a:avLst/>
          </a:prstGeom>
        </p:spPr>
        <p:txBody>
          <a:bodyPr vert="horz" lIns="18000" tIns="0" rIns="0" bIns="0" rtlCol="0" anchor="t">
            <a:noAutofit/>
          </a:bodyPr>
          <a:lstStyle>
            <a:lvl1pPr marL="0" indent="0">
              <a:lnSpc>
                <a:spcPct val="108000"/>
              </a:lnSpc>
              <a:buFontTx/>
              <a:buNone/>
              <a:defRPr lang="ja-JP" alt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このページで伝えたいことを端的に１行、もしくは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行で入力してください</a:t>
            </a:r>
          </a:p>
        </p:txBody>
      </p:sp>
      <p:sp>
        <p:nvSpPr>
          <p:cNvPr id="6" name="コンテンツ プレースホルダー 10">
            <a:extLst>
              <a:ext uri="{FF2B5EF4-FFF2-40B4-BE49-F238E27FC236}">
                <a16:creationId xmlns:a16="http://schemas.microsoft.com/office/drawing/2014/main" id="{409AD785-296E-73FB-94A5-F80C28EF1D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7375" y="2024064"/>
            <a:ext cx="11017250" cy="4033838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76695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5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F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3">
            <a:extLst>
              <a:ext uri="{FF2B5EF4-FFF2-40B4-BE49-F238E27FC236}">
                <a16:creationId xmlns:a16="http://schemas.microsoft.com/office/drawing/2014/main" id="{3678587F-7350-10CE-3ADE-EE37DE9E4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71475"/>
            <a:ext cx="11449050" cy="509588"/>
          </a:xfrm>
          <a:prstGeom prst="rect">
            <a:avLst/>
          </a:prstGeom>
        </p:spPr>
        <p:txBody>
          <a:bodyPr lIns="7200" tIns="0" rIns="0" bIns="0"/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pPr>
              <a:lnSpc>
                <a:spcPct val="104000"/>
              </a:lnSpc>
              <a:spcBef>
                <a:spcPts val="0"/>
              </a:spcBef>
              <a:tabLst/>
              <a:defRPr/>
            </a:pPr>
            <a:r>
              <a:rPr lang="ja-JP" altLang="en-US" dirty="0"/>
              <a:t>タイトルを入力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CD18F4-A765-7BE6-9302-42E99138F9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897732"/>
            <a:ext cx="11449050" cy="615857"/>
          </a:xfrm>
          <a:prstGeom prst="rect">
            <a:avLst/>
          </a:prstGeom>
        </p:spPr>
        <p:txBody>
          <a:bodyPr vert="horz" lIns="18000" tIns="0" rIns="0" bIns="0" rtlCol="0" anchor="t">
            <a:noAutofit/>
          </a:bodyPr>
          <a:lstStyle>
            <a:lvl1pPr marL="0" indent="0">
              <a:lnSpc>
                <a:spcPct val="108000"/>
              </a:lnSpc>
              <a:buFontTx/>
              <a:buNone/>
              <a:defRPr lang="ja-JP" alt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このページで伝えたいことを端的に１行、もしくは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行で入力してください</a:t>
            </a:r>
          </a:p>
        </p:txBody>
      </p:sp>
      <p:sp>
        <p:nvSpPr>
          <p:cNvPr id="5" name="コンテンツ プレースホルダー 10">
            <a:extLst>
              <a:ext uri="{FF2B5EF4-FFF2-40B4-BE49-F238E27FC236}">
                <a16:creationId xmlns:a16="http://schemas.microsoft.com/office/drawing/2014/main" id="{4CBD5116-C295-89AC-A38D-DC467208BF8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5" y="1808163"/>
            <a:ext cx="5616575" cy="4465637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  <p:sp>
        <p:nvSpPr>
          <p:cNvPr id="6" name="コンテンツ プレースホルダー 10">
            <a:extLst>
              <a:ext uri="{FF2B5EF4-FFF2-40B4-BE49-F238E27FC236}">
                <a16:creationId xmlns:a16="http://schemas.microsoft.com/office/drawing/2014/main" id="{77EF70D9-CD1C-5D97-90C8-96D11B8AA00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03952" y="1808163"/>
            <a:ext cx="5616575" cy="4465637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3800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A4A3A4"/>
          </p15:clr>
        </p15:guide>
        <p15:guide id="2" pos="3772">
          <p15:clr>
            <a:srgbClr val="A4A3A4"/>
          </p15:clr>
        </p15:guide>
        <p15:guide id="3" pos="39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G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C8DB3EA-33BB-766E-34D6-A2A937293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3949" y="1808163"/>
            <a:ext cx="5616576" cy="4465638"/>
          </a:xfrm>
          <a:prstGeom prst="roundRect">
            <a:avLst>
              <a:gd name="adj" fmla="val 3455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R="0" lvl="0" indent="0" algn="ctr" fontAlgn="auto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ja-JP" altLang="en-US" sz="16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游ゴシック"/>
              <a:cs typeface="Segoe UI" panose="020B0502040204020203" pitchFamily="34" charset="0"/>
            </a:endParaRPr>
          </a:p>
        </p:txBody>
      </p:sp>
      <p:sp>
        <p:nvSpPr>
          <p:cNvPr id="8" name="タイトル 3">
            <a:extLst>
              <a:ext uri="{FF2B5EF4-FFF2-40B4-BE49-F238E27FC236}">
                <a16:creationId xmlns:a16="http://schemas.microsoft.com/office/drawing/2014/main" id="{CEDE3DA7-38E5-A9EE-01A0-1EE4E7CD2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71475"/>
            <a:ext cx="11449050" cy="509588"/>
          </a:xfrm>
          <a:prstGeom prst="rect">
            <a:avLst/>
          </a:prstGeom>
        </p:spPr>
        <p:txBody>
          <a:bodyPr lIns="7200" tIns="0" rIns="0" bIns="0"/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pPr>
              <a:lnSpc>
                <a:spcPct val="104000"/>
              </a:lnSpc>
              <a:spcBef>
                <a:spcPts val="0"/>
              </a:spcBef>
              <a:tabLst/>
              <a:defRPr/>
            </a:pPr>
            <a:r>
              <a:rPr lang="ja-JP" altLang="en-US" dirty="0"/>
              <a:t>タイトルを入力</a:t>
            </a:r>
          </a:p>
        </p:txBody>
      </p:sp>
      <p:sp>
        <p:nvSpPr>
          <p:cNvPr id="3" name="テキスト プレースホルダー 3">
            <a:extLst>
              <a:ext uri="{FF2B5EF4-FFF2-40B4-BE49-F238E27FC236}">
                <a16:creationId xmlns:a16="http://schemas.microsoft.com/office/drawing/2014/main" id="{098B8DED-E7AD-8094-8F54-3776E16285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897732"/>
            <a:ext cx="11449050" cy="615857"/>
          </a:xfrm>
          <a:prstGeom prst="rect">
            <a:avLst/>
          </a:prstGeom>
        </p:spPr>
        <p:txBody>
          <a:bodyPr vert="horz" lIns="18000" tIns="0" rIns="0" bIns="0" rtlCol="0" anchor="t">
            <a:noAutofit/>
          </a:bodyPr>
          <a:lstStyle>
            <a:lvl1pPr marL="0" indent="0">
              <a:lnSpc>
                <a:spcPct val="108000"/>
              </a:lnSpc>
              <a:buFontTx/>
              <a:buNone/>
              <a:defRPr lang="ja-JP" alt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このページで伝えたいことを端的に１行、もしくは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行で入力してください</a:t>
            </a:r>
          </a:p>
        </p:txBody>
      </p:sp>
      <p:sp>
        <p:nvSpPr>
          <p:cNvPr id="4" name="コンテンツ プレースホルダー 10">
            <a:extLst>
              <a:ext uri="{FF2B5EF4-FFF2-40B4-BE49-F238E27FC236}">
                <a16:creationId xmlns:a16="http://schemas.microsoft.com/office/drawing/2014/main" id="{23E580E9-7BB9-0F1C-E1EF-5A544FDE17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5" y="1808163"/>
            <a:ext cx="5616574" cy="4465637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  <p:sp>
        <p:nvSpPr>
          <p:cNvPr id="6" name="コンテンツ プレースホルダー 10">
            <a:extLst>
              <a:ext uri="{FF2B5EF4-FFF2-40B4-BE49-F238E27FC236}">
                <a16:creationId xmlns:a16="http://schemas.microsoft.com/office/drawing/2014/main" id="{C47613CD-3C6A-81C4-5C02-B26A4A3FDDC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9849" y="2024065"/>
            <a:ext cx="5184775" cy="4033835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75179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A4A3A4"/>
          </p15:clr>
        </p15:guide>
        <p15:guide id="2" pos="3772">
          <p15:clr>
            <a:srgbClr val="A4A3A4"/>
          </p15:clr>
        </p15:guide>
        <p15:guide id="3" pos="4044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 3">
            <a:extLst>
              <a:ext uri="{FF2B5EF4-FFF2-40B4-BE49-F238E27FC236}">
                <a16:creationId xmlns:a16="http://schemas.microsoft.com/office/drawing/2014/main" id="{5C37498A-C75E-A3F8-DAC9-B0A17D6721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71475"/>
            <a:ext cx="11449050" cy="509588"/>
          </a:xfrm>
          <a:prstGeom prst="rect">
            <a:avLst/>
          </a:prstGeom>
        </p:spPr>
        <p:txBody>
          <a:bodyPr lIns="7200" tIns="0" rIns="0" bIns="0"/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pPr>
              <a:lnSpc>
                <a:spcPct val="104000"/>
              </a:lnSpc>
              <a:spcBef>
                <a:spcPts val="0"/>
              </a:spcBef>
              <a:tabLst/>
              <a:defRPr/>
            </a:pPr>
            <a:r>
              <a:rPr lang="ja-JP" altLang="en-US" dirty="0"/>
              <a:t>タイトルを入力</a:t>
            </a:r>
          </a:p>
        </p:txBody>
      </p:sp>
      <p:sp>
        <p:nvSpPr>
          <p:cNvPr id="3" name="テキスト プレースホルダー 3">
            <a:extLst>
              <a:ext uri="{FF2B5EF4-FFF2-40B4-BE49-F238E27FC236}">
                <a16:creationId xmlns:a16="http://schemas.microsoft.com/office/drawing/2014/main" id="{60C7DBE4-54D4-A736-EBD3-4E8A8932E1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897732"/>
            <a:ext cx="11449050" cy="615857"/>
          </a:xfrm>
          <a:prstGeom prst="rect">
            <a:avLst/>
          </a:prstGeom>
        </p:spPr>
        <p:txBody>
          <a:bodyPr vert="horz" lIns="18000" tIns="0" rIns="0" bIns="0" rtlCol="0" anchor="t">
            <a:noAutofit/>
          </a:bodyPr>
          <a:lstStyle>
            <a:lvl1pPr marL="0" indent="0">
              <a:lnSpc>
                <a:spcPct val="108000"/>
              </a:lnSpc>
              <a:buFontTx/>
              <a:buNone/>
              <a:defRPr lang="ja-JP" alt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このページで伝えたいことを端的に１行、もしくは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行で入力してください</a:t>
            </a:r>
          </a:p>
        </p:txBody>
      </p:sp>
      <p:sp>
        <p:nvSpPr>
          <p:cNvPr id="6" name="コンテンツ プレースホルダー 10">
            <a:extLst>
              <a:ext uri="{FF2B5EF4-FFF2-40B4-BE49-F238E27FC236}">
                <a16:creationId xmlns:a16="http://schemas.microsoft.com/office/drawing/2014/main" id="{251E78EF-2948-2EDE-CF86-EB6287E58A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5" y="1808163"/>
            <a:ext cx="3671888" cy="4465637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  <p:sp>
        <p:nvSpPr>
          <p:cNvPr id="7" name="コンテンツ プレースホルダー 10">
            <a:extLst>
              <a:ext uri="{FF2B5EF4-FFF2-40B4-BE49-F238E27FC236}">
                <a16:creationId xmlns:a16="http://schemas.microsoft.com/office/drawing/2014/main" id="{57F7A1E2-482C-481F-E318-064765E6A3F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59263" y="1808163"/>
            <a:ext cx="3671888" cy="4465637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  <p:sp>
        <p:nvSpPr>
          <p:cNvPr id="8" name="コンテンツ プレースホルダー 10">
            <a:extLst>
              <a:ext uri="{FF2B5EF4-FFF2-40B4-BE49-F238E27FC236}">
                <a16:creationId xmlns:a16="http://schemas.microsoft.com/office/drawing/2014/main" id="{A9D33127-A5CD-00B3-E128-D67F5DF68A8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8638" y="1808163"/>
            <a:ext cx="3671888" cy="4465637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69129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A4A3A4"/>
          </p15:clr>
        </p15:guide>
        <p15:guide id="2" pos="2547">
          <p15:clr>
            <a:srgbClr val="A4A3A4"/>
          </p15:clr>
        </p15:guide>
        <p15:guide id="3" pos="2683">
          <p15:clr>
            <a:srgbClr val="A4A3A4"/>
          </p15:clr>
        </p15:guide>
        <p15:guide id="4" pos="4997">
          <p15:clr>
            <a:srgbClr val="A4A3A4"/>
          </p15:clr>
        </p15:guide>
        <p15:guide id="5" pos="5133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44CD3ED-1511-0F14-6F81-1DB22C11E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59263" y="1808163"/>
            <a:ext cx="7561262" cy="4465637"/>
          </a:xfrm>
          <a:prstGeom prst="roundRect">
            <a:avLst>
              <a:gd name="adj" fmla="val 3489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R="0" lvl="0" indent="0" algn="ctr" fontAlgn="auto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ja-JP" altLang="en-US" sz="1600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ea typeface="游ゴシック"/>
              <a:cs typeface="Segoe UI" panose="020B0502040204020203" pitchFamily="34" charset="0"/>
            </a:endParaRPr>
          </a:p>
        </p:txBody>
      </p:sp>
      <p:sp>
        <p:nvSpPr>
          <p:cNvPr id="11" name="タイトル 3">
            <a:extLst>
              <a:ext uri="{FF2B5EF4-FFF2-40B4-BE49-F238E27FC236}">
                <a16:creationId xmlns:a16="http://schemas.microsoft.com/office/drawing/2014/main" id="{093A5406-7E2B-B5F5-B41D-FF04F9D9A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71475"/>
            <a:ext cx="11449050" cy="509588"/>
          </a:xfrm>
          <a:prstGeom prst="rect">
            <a:avLst/>
          </a:prstGeom>
        </p:spPr>
        <p:txBody>
          <a:bodyPr lIns="7200" tIns="0" rIns="0" bIns="0"/>
          <a:lstStyle>
            <a:lvl1pPr>
              <a:defRPr sz="2600">
                <a:solidFill>
                  <a:schemeClr val="tx2"/>
                </a:solidFill>
              </a:defRPr>
            </a:lvl1pPr>
          </a:lstStyle>
          <a:p>
            <a:pPr>
              <a:lnSpc>
                <a:spcPct val="104000"/>
              </a:lnSpc>
              <a:spcBef>
                <a:spcPts val="0"/>
              </a:spcBef>
              <a:tabLst/>
              <a:defRPr/>
            </a:pPr>
            <a:r>
              <a:rPr lang="ja-JP" altLang="en-US" dirty="0"/>
              <a:t>タイトルを入力</a:t>
            </a:r>
          </a:p>
        </p:txBody>
      </p:sp>
      <p:sp>
        <p:nvSpPr>
          <p:cNvPr id="12" name="テキスト プレースホルダー 3">
            <a:extLst>
              <a:ext uri="{FF2B5EF4-FFF2-40B4-BE49-F238E27FC236}">
                <a16:creationId xmlns:a16="http://schemas.microsoft.com/office/drawing/2014/main" id="{68FB877B-54CE-70B6-AD66-F7BE2D8537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71475" y="897732"/>
            <a:ext cx="11449050" cy="615857"/>
          </a:xfrm>
          <a:prstGeom prst="rect">
            <a:avLst/>
          </a:prstGeom>
        </p:spPr>
        <p:txBody>
          <a:bodyPr vert="horz" lIns="18000" tIns="0" rIns="0" bIns="0" rtlCol="0" anchor="t">
            <a:noAutofit/>
          </a:bodyPr>
          <a:lstStyle>
            <a:lvl1pPr marL="0" indent="0">
              <a:lnSpc>
                <a:spcPct val="108000"/>
              </a:lnSpc>
              <a:buFontTx/>
              <a:buNone/>
              <a:defRPr lang="ja-JP" alt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/>
              <a:t>このページで伝えたいことを端的に１行、もしくは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行で入力してください</a:t>
            </a:r>
          </a:p>
        </p:txBody>
      </p:sp>
      <p:sp>
        <p:nvSpPr>
          <p:cNvPr id="4" name="コンテンツ プレースホルダー 10">
            <a:extLst>
              <a:ext uri="{FF2B5EF4-FFF2-40B4-BE49-F238E27FC236}">
                <a16:creationId xmlns:a16="http://schemas.microsoft.com/office/drawing/2014/main" id="{35456495-63C3-3DE9-EB64-B77CA0B9A68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5" y="1808163"/>
            <a:ext cx="3671888" cy="4465637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  <p:sp>
        <p:nvSpPr>
          <p:cNvPr id="7" name="コンテンツ プレースホルダー 10">
            <a:extLst>
              <a:ext uri="{FF2B5EF4-FFF2-40B4-BE49-F238E27FC236}">
                <a16:creationId xmlns:a16="http://schemas.microsoft.com/office/drawing/2014/main" id="{CCFFE912-9638-81F2-6F9A-591E5C29B9D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475162" y="2024064"/>
            <a:ext cx="7126291" cy="4033835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8079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>
          <p15:clr>
            <a:srgbClr val="A4A3A4"/>
          </p15:clr>
        </p15:guide>
        <p15:guide id="2" pos="2547">
          <p15:clr>
            <a:srgbClr val="A4A3A4"/>
          </p15:clr>
        </p15:guide>
        <p15:guide id="3" pos="2819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_A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10">
            <a:extLst>
              <a:ext uri="{FF2B5EF4-FFF2-40B4-BE49-F238E27FC236}">
                <a16:creationId xmlns:a16="http://schemas.microsoft.com/office/drawing/2014/main" id="{C944234A-3EE2-295D-F47B-D165AA273E7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1475" y="368300"/>
            <a:ext cx="5616575" cy="4429125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  <p:sp>
        <p:nvSpPr>
          <p:cNvPr id="5" name="コンテンツ プレースホルダー 10">
            <a:extLst>
              <a:ext uri="{FF2B5EF4-FFF2-40B4-BE49-F238E27FC236}">
                <a16:creationId xmlns:a16="http://schemas.microsoft.com/office/drawing/2014/main" id="{3D7B9292-8603-06B1-C710-863B0B07EFE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203952" y="368300"/>
            <a:ext cx="5616575" cy="4429125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>
            <a:lvl1pPr>
              <a:defRPr lang="ja-JP" altLang="en-US" dirty="0"/>
            </a:lvl1pPr>
            <a:lvl2pPr>
              <a:defRPr lang="ja-JP" altLang="en-US" dirty="0"/>
            </a:lvl2pPr>
            <a:lvl3pPr>
              <a:defRPr lang="ja-JP" altLang="en-US" dirty="0"/>
            </a:lvl3pPr>
            <a:lvl4pPr>
              <a:defRPr lang="ja-JP" altLang="en-US" dirty="0"/>
            </a:lvl4pPr>
            <a:lvl5pPr>
              <a:defRPr lang="en-US" altLang="ja-JP" dirty="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 dirty="0"/>
          </a:p>
        </p:txBody>
      </p:sp>
      <p:sp>
        <p:nvSpPr>
          <p:cNvPr id="9" name="タイトル 3">
            <a:extLst>
              <a:ext uri="{FF2B5EF4-FFF2-40B4-BE49-F238E27FC236}">
                <a16:creationId xmlns:a16="http://schemas.microsoft.com/office/drawing/2014/main" id="{4BB41474-BEB7-7147-786A-9829226ADC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5333089"/>
            <a:ext cx="11449050" cy="40504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ctr">
              <a:lnSpc>
                <a:spcPct val="106000"/>
              </a:lnSpc>
              <a:defRPr sz="2600">
                <a:solidFill>
                  <a:schemeClr val="tx2"/>
                </a:solidFill>
              </a:defRPr>
            </a:lvl1pPr>
          </a:lstStyle>
          <a:p>
            <a:pPr>
              <a:lnSpc>
                <a:spcPct val="104000"/>
              </a:lnSpc>
              <a:spcBef>
                <a:spcPts val="0"/>
              </a:spcBef>
              <a:tabLst/>
              <a:defRPr/>
            </a:pPr>
            <a:r>
              <a:rPr lang="ja-JP" altLang="en-US" dirty="0"/>
              <a:t>このページの結論を端的に１行、もしくは</a:t>
            </a:r>
            <a:r>
              <a:rPr lang="en-US" altLang="ja-JP" dirty="0"/>
              <a:t>2</a:t>
            </a:r>
            <a:r>
              <a:rPr lang="ja-JP" altLang="en-US" dirty="0"/>
              <a:t>行で入力してください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096195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22">
          <p15:clr>
            <a:srgbClr val="A4A3A4"/>
          </p15:clr>
        </p15:guide>
        <p15:guide id="2" pos="3772">
          <p15:clr>
            <a:srgbClr val="A4A3A4"/>
          </p15:clr>
        </p15:guide>
        <p15:guide id="3" pos="390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Slide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695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822893C2-BE54-BA1E-2617-36A42692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3975" y="2879013"/>
            <a:ext cx="4248150" cy="116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21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s(white)">
    <p:bg bwMode="lt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"/>
          <p:cNvSpPr>
            <a:spLocks noGrp="1"/>
          </p:cNvSpPr>
          <p:nvPr>
            <p:ph sz="quarter" idx="12" hasCustomPrompt="1"/>
          </p:nvPr>
        </p:nvSpPr>
        <p:spPr bwMode="gray">
          <a:xfrm>
            <a:off x="263529" y="1016000"/>
            <a:ext cx="11664951" cy="5149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ja-JP" altLang="en-US" dirty="0" smtClean="0"/>
            </a:lvl1pPr>
            <a:lvl2pPr>
              <a:defRPr lang="ja-JP" altLang="en-US" dirty="0" smtClean="0"/>
            </a:lvl2pPr>
            <a:lvl3pPr>
              <a:defRPr lang="ja-JP" altLang="en-US" dirty="0" smtClean="0"/>
            </a:lvl3pPr>
            <a:lvl4pPr>
              <a:defRPr lang="ja-JP" altLang="en-US" dirty="0" smtClean="0"/>
            </a:lvl4pPr>
            <a:lvl5pPr>
              <a:defRPr lang="en-US" altLang="ja-JP" dirty="0" smtClean="0"/>
            </a:lvl5pPr>
          </a:lstStyle>
          <a:p>
            <a:pPr lvl="0"/>
            <a:r>
              <a:rPr kumimoji="1" lang="ja-JP" altLang="en-US"/>
              <a:t>本文を入力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文章を入力</a:t>
            </a:r>
            <a:endParaRPr kumimoji="1" lang="en-US" altLang="ja-JP"/>
          </a:p>
        </p:txBody>
      </p:sp>
      <p:sp>
        <p:nvSpPr>
          <p:cNvPr id="10" name="PageNumber"/>
          <p:cNvSpPr txBox="1"/>
          <p:nvPr userDrawn="1"/>
        </p:nvSpPr>
        <p:spPr bwMode="gray">
          <a:xfrm>
            <a:off x="185576" y="6462234"/>
            <a:ext cx="460725" cy="307200"/>
          </a:xfrm>
          <a:prstGeom prst="rect">
            <a:avLst/>
          </a:prstGeom>
          <a:noFill/>
        </p:spPr>
        <p:txBody>
          <a:bodyPr wrap="square" lIns="120000" tIns="0" rIns="0" bIns="0" rtlCol="0" anchor="ctr" anchorCtr="0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BB99341-3773-4AA0-9F9D-94F83AE5E06F}" type="slidenum">
              <a:rPr lang="en-US" altLang="ja-JP" sz="1067" b="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ja-JP" sz="1067" b="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6" name="図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9616302" y="6517511"/>
            <a:ext cx="2311647" cy="182055"/>
          </a:xfrm>
          <a:prstGeom prst="rect">
            <a:avLst/>
          </a:prstGeom>
        </p:spPr>
      </p:pic>
      <p:sp>
        <p:nvSpPr>
          <p:cNvPr id="11" name="タイトル プレースホルダー"/>
          <p:cNvSpPr>
            <a:spLocks noGrp="1"/>
          </p:cNvSpPr>
          <p:nvPr>
            <p:ph type="title" hasCustomPrompt="1"/>
          </p:nvPr>
        </p:nvSpPr>
        <p:spPr bwMode="gray">
          <a:xfrm>
            <a:off x="263524" y="204597"/>
            <a:ext cx="11664955" cy="6155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lvl="0"/>
            <a:r>
              <a:rPr kumimoji="1" lang="ja-JP" altLang="en-US"/>
              <a:t>タイトルを入力</a:t>
            </a:r>
          </a:p>
        </p:txBody>
      </p:sp>
      <p:sp>
        <p:nvSpPr>
          <p:cNvPr id="8" name="正方形/長方形 7"/>
          <p:cNvSpPr/>
          <p:nvPr userDrawn="1"/>
        </p:nvSpPr>
        <p:spPr bwMode="gray">
          <a:xfrm>
            <a:off x="0" y="6795600"/>
            <a:ext cx="12192000" cy="62400"/>
          </a:xfrm>
          <a:prstGeom prst="rect">
            <a:avLst/>
          </a:prstGeom>
          <a:gradFill flip="none" rotWithShape="1">
            <a:gsLst>
              <a:gs pos="0">
                <a:srgbClr val="A0D8AD"/>
              </a:gs>
              <a:gs pos="10000">
                <a:srgbClr val="65B3A4"/>
              </a:gs>
              <a:gs pos="65000">
                <a:schemeClr val="tx2"/>
              </a:gs>
            </a:gsLst>
            <a:lin ang="1080000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51439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>
          <p15:clr>
            <a:srgbClr val="A4A3A4"/>
          </p15:clr>
        </p15:guide>
        <p15:guide id="2" orient="horz" pos="3884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プレースホルダー">
            <a:extLst>
              <a:ext uri="{FF2B5EF4-FFF2-40B4-BE49-F238E27FC236}">
                <a16:creationId xmlns:a16="http://schemas.microsoft.com/office/drawing/2014/main" id="{DA6DFB63-8499-8B5C-081F-F712C873BE3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0"/>
            <a:ext cx="11449050" cy="615555"/>
          </a:xfrm>
          <a:prstGeom prst="rect">
            <a:avLst/>
          </a:prstGeom>
        </p:spPr>
        <p:txBody>
          <a:bodyPr vert="horz" wrap="square" lIns="0" tIns="45720" rIns="91440" bIns="45720" rtlCol="0" anchor="ctr">
            <a:noAutofit/>
          </a:bodyPr>
          <a:lstStyle/>
          <a:p>
            <a:pPr marL="0" marR="0" lvl="0" indent="0" defTabSz="1219110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SzTx/>
              <a:buFont typeface="Arial" panose="020B0604020202020204" pitchFamily="34" charset="0"/>
              <a:tabLst/>
            </a:pPr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5EC27F0A-4A6A-43D0-1F82-DF636B8F2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780519" y="6520984"/>
            <a:ext cx="1778427" cy="105093"/>
          </a:xfrm>
          <a:prstGeom prst="rect">
            <a:avLst/>
          </a:prstGeom>
        </p:spPr>
        <p:txBody>
          <a:bodyPr vert="horz" wrap="square" lIns="288000" tIns="0" rIns="288000" bIns="0" rtlCol="0" anchor="ctr" anchorCtr="0">
            <a:spAutoFit/>
          </a:bodyPr>
          <a:lstStyle>
            <a:defPPr>
              <a:defRPr lang="ja-JP"/>
            </a:defPPr>
            <a:lvl1pPr marL="21600" algn="r" defTabSz="914400" rtl="0" eaLnBrk="1" latinLnBrk="0" hangingPunct="1">
              <a:lnSpc>
                <a:spcPct val="83000"/>
              </a:lnSpc>
              <a:spcBef>
                <a:spcPts val="0"/>
              </a:spcBef>
              <a:defRPr kumimoji="1" sz="7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© NEC </a:t>
            </a:r>
            <a:r>
              <a:rPr lang="en-US" altLang="ja-JP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Corporation </a:t>
            </a:r>
            <a:r>
              <a:rPr lang="en-US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2026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1AC67B05-8D6D-2344-1D66-85547210F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528048" y="6520985"/>
            <a:ext cx="3252471" cy="105093"/>
          </a:xfrm>
          <a:prstGeom prst="rect">
            <a:avLst/>
          </a:prstGeom>
        </p:spPr>
        <p:txBody>
          <a:bodyPr vert="horz" wrap="square" lIns="0" tIns="0" rIns="288000" bIns="0" rtlCol="0" anchor="ctr" anchorCtr="0">
            <a:spAutoFit/>
          </a:bodyPr>
          <a:lstStyle>
            <a:defPPr>
              <a:defRPr lang="ja-JP"/>
            </a:defPPr>
            <a:lvl1pPr marL="21600" algn="r" defTabSz="914400" rtl="0" eaLnBrk="1" latinLnBrk="0" hangingPunct="1">
              <a:lnSpc>
                <a:spcPct val="83000"/>
              </a:lnSpc>
              <a:spcBef>
                <a:spcPts val="0"/>
              </a:spcBef>
              <a:defRPr kumimoji="1" sz="7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Confidential</a:t>
            </a:r>
            <a:endParaRPr lang="en-US" altLang="zh-TW" sz="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1BCE1AA2-EE9D-8C2C-B0CE-4009CD9C9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11558946" y="6520985"/>
            <a:ext cx="261579" cy="1050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ja-JP"/>
            </a:defPPr>
            <a:lvl1pPr marL="21600" algn="ctr">
              <a:lnSpc>
                <a:spcPct val="83000"/>
              </a:lnSpc>
              <a:spcBef>
                <a:spcPts val="0"/>
              </a:spcBef>
              <a:defRPr sz="750">
                <a:solidFill>
                  <a:srgbClr val="535A6E"/>
                </a:solidFill>
              </a:defRPr>
            </a:lvl1pPr>
          </a:lstStyle>
          <a:p>
            <a:pPr lvl="0" algn="r"/>
            <a:fld id="{8BB99341-3773-4AA0-9F9D-94F83AE5E06F}" type="slidenum">
              <a:rPr lang="en-US" altLang="ja-JP" sz="80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pPr lvl="0" algn="r"/>
              <a:t>‹#›</a:t>
            </a:fld>
            <a:endParaRPr lang="en-US" altLang="ja-JP" sz="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D4F9A90C-8865-EDBA-ED24-6A6D80DC9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73380" y="6484721"/>
            <a:ext cx="2061970" cy="162359"/>
          </a:xfrm>
          <a:prstGeom prst="rect">
            <a:avLst/>
          </a:prstGeom>
        </p:spPr>
      </p:pic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E5F7112B-F6BC-D4D3-2612-22AD77D51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1268362"/>
            <a:ext cx="11449050" cy="5005438"/>
          </a:xfrm>
          <a:prstGeom prst="rect">
            <a:avLst/>
          </a:prstGeom>
        </p:spPr>
        <p:txBody>
          <a:bodyPr vert="horz" lIns="1800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0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8606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7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8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ja-JP" altLang="en-US" sz="2600" b="1" kern="1200" dirty="0">
          <a:solidFill>
            <a:schemeClr val="tx2"/>
          </a:solidFill>
          <a:latin typeface="+mj-ea"/>
          <a:ea typeface="+mj-ea"/>
          <a:cs typeface="+mj-cs"/>
        </a:defRPr>
      </a:lvl1pPr>
    </p:titleStyle>
    <p:bodyStyle>
      <a:lvl1pPr marL="223200" indent="-223200" algn="l" defTabSz="914400" rtl="0" eaLnBrk="1" latinLnBrk="0" hangingPunct="1">
        <a:lnSpc>
          <a:spcPct val="120000"/>
        </a:lnSpc>
        <a:spcBef>
          <a:spcPts val="0"/>
        </a:spcBef>
        <a:buClr>
          <a:schemeClr val="bg2">
            <a:lumMod val="75000"/>
          </a:schemeClr>
        </a:buClr>
        <a:buFont typeface="Wingdings" panose="05000000000000000000" pitchFamily="2" charset="2"/>
        <a:buChar char="n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39200" indent="-162000" algn="l" defTabSz="914400" rtl="0" eaLnBrk="1" latinLnBrk="0" hangingPunct="1">
        <a:lnSpc>
          <a:spcPct val="120000"/>
        </a:lnSpc>
        <a:spcBef>
          <a:spcPts val="0"/>
        </a:spcBef>
        <a:buClr>
          <a:schemeClr val="bg2">
            <a:lumMod val="75000"/>
          </a:schemeClr>
        </a:buClr>
        <a:buFont typeface="游ゴシック Medium" panose="020B0500000000000000" pitchFamily="50" charset="-128"/>
        <a:buChar char="•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666000" indent="-162000" algn="l" defTabSz="914400" rtl="0" eaLnBrk="1" latinLnBrk="0" hangingPunct="1">
        <a:lnSpc>
          <a:spcPct val="120000"/>
        </a:lnSpc>
        <a:spcBef>
          <a:spcPts val="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892800" indent="-162000" algn="l" defTabSz="914400" rtl="0" eaLnBrk="1" latinLnBrk="0" hangingPunct="1">
        <a:lnSpc>
          <a:spcPct val="120000"/>
        </a:lnSpc>
        <a:spcBef>
          <a:spcPts val="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119600" indent="-162000" algn="l" defTabSz="1163638" rtl="0" eaLnBrk="1" latinLnBrk="0" hangingPunct="1">
        <a:lnSpc>
          <a:spcPct val="120000"/>
        </a:lnSpc>
        <a:spcBef>
          <a:spcPts val="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kumimoji="1" lang="en-US" altLang="ja-JP" sz="1600" kern="1200" dirty="0" smtClean="0">
          <a:solidFill>
            <a:schemeClr val="tx2"/>
          </a:solidFill>
          <a:latin typeface="+mn-lt"/>
          <a:ea typeface="+mn-ea"/>
          <a:cs typeface="+mn-cs"/>
        </a:defRPr>
      </a:lvl5pPr>
      <a:lvl6pPr marL="111960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bg2"/>
        </a:buClr>
        <a:buFont typeface="Arial" panose="020B0604020202020204" pitchFamily="34" charset="0"/>
        <a:buNone/>
        <a:defRPr kumimoji="1" lang="en-US" altLang="ja-JP" sz="16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11960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bg2"/>
        </a:buClr>
        <a:buFontTx/>
        <a:buNone/>
        <a:tabLst>
          <a:tab pos="2157413" algn="l"/>
        </a:tabLst>
        <a:defRPr kumimoji="1" lang="en-US" altLang="ja-JP" sz="16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11960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bg2"/>
        </a:buClr>
        <a:buFontTx/>
        <a:buNone/>
        <a:tabLst>
          <a:tab pos="1614488" algn="l"/>
        </a:tabLst>
        <a:defRPr kumimoji="1" lang="en-US" altLang="ja-JP" sz="16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111960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bg2"/>
        </a:buClr>
        <a:buFontTx/>
        <a:buNone/>
        <a:tabLst>
          <a:tab pos="1609725" algn="l"/>
        </a:tabLst>
        <a:defRPr kumimoji="1" lang="ja-JP" altLang="en-US" sz="16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234" userDrawn="1">
          <p15:clr>
            <a:srgbClr val="A4A3A4"/>
          </p15:clr>
        </p15:guide>
        <p15:guide id="5" orient="horz" pos="232" userDrawn="1">
          <p15:clr>
            <a:srgbClr val="A4A3A4"/>
          </p15:clr>
        </p15:guide>
        <p15:guide id="6" orient="horz" pos="395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テキスト プレースホルダー 31">
            <a:extLst>
              <a:ext uri="{FF2B5EF4-FFF2-40B4-BE49-F238E27FC236}">
                <a16:creationId xmlns:a16="http://schemas.microsoft.com/office/drawing/2014/main" id="{C026B3F5-003C-DE9B-245B-43943AD4C5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814" y="902714"/>
            <a:ext cx="8474374" cy="829843"/>
          </a:xfrm>
        </p:spPr>
        <p:txBody>
          <a:bodyPr/>
          <a:lstStyle/>
          <a:p>
            <a:r>
              <a:rPr lang="en-US" altLang="ja-JP" dirty="0">
                <a:latin typeface="+mn-ea"/>
              </a:rPr>
              <a:t>NEC</a:t>
            </a:r>
            <a:r>
              <a:rPr lang="ja-JP" altLang="en-US" dirty="0">
                <a:latin typeface="+mn-ea"/>
              </a:rPr>
              <a:t> </a:t>
            </a:r>
            <a:r>
              <a:rPr lang="en-US" altLang="ja-JP" dirty="0">
                <a:latin typeface="+mn-ea"/>
              </a:rPr>
              <a:t>Analytics</a:t>
            </a:r>
            <a:r>
              <a:rPr lang="ja-JP" altLang="en-US" dirty="0">
                <a:latin typeface="+mn-ea"/>
              </a:rPr>
              <a:t> </a:t>
            </a:r>
            <a:r>
              <a:rPr lang="en-US" altLang="ja-JP" dirty="0">
                <a:latin typeface="+mn-ea"/>
              </a:rPr>
              <a:t>Challenge</a:t>
            </a:r>
            <a:r>
              <a:rPr lang="ja-JP" altLang="en-US" dirty="0">
                <a:latin typeface="+mn-ea"/>
              </a:rPr>
              <a:t> </a:t>
            </a:r>
            <a:r>
              <a:rPr lang="en-US" altLang="ja-JP" dirty="0">
                <a:latin typeface="+mn-ea"/>
              </a:rPr>
              <a:t>Cup 2026</a:t>
            </a:r>
          </a:p>
          <a:p>
            <a:pPr>
              <a:tabLst>
                <a:tab pos="3230563" algn="l"/>
              </a:tabLst>
            </a:pPr>
            <a:r>
              <a:rPr lang="en-US" altLang="ja-JP" dirty="0">
                <a:latin typeface="+mn-ea"/>
              </a:rPr>
              <a:t>AI</a:t>
            </a:r>
            <a:r>
              <a:rPr lang="ja-JP" altLang="en-US" dirty="0">
                <a:latin typeface="+mn-ea"/>
              </a:rPr>
              <a:t>実装コンテスト</a:t>
            </a:r>
          </a:p>
          <a:p>
            <a:endParaRPr lang="ja-JP" altLang="en-US" dirty="0"/>
          </a:p>
        </p:txBody>
      </p:sp>
      <p:sp>
        <p:nvSpPr>
          <p:cNvPr id="30" name="タイトル 29">
            <a:extLst>
              <a:ext uri="{FF2B5EF4-FFF2-40B4-BE49-F238E27FC236}">
                <a16:creationId xmlns:a16="http://schemas.microsoft.com/office/drawing/2014/main" id="{FFCDEE95-5BBF-D07D-53AD-2D927CB94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400" dirty="0"/>
              <a:t>[</a:t>
            </a:r>
            <a:r>
              <a:rPr lang="ja-JP" altLang="en-US" sz="2400" dirty="0"/>
              <a:t>エントリー</a:t>
            </a:r>
            <a:r>
              <a:rPr lang="en-US" altLang="ja-JP" sz="2400" dirty="0"/>
              <a:t>ID: 26x_xxx]</a:t>
            </a:r>
            <a:br>
              <a:rPr lang="en-US" altLang="ja-JP" sz="3600" dirty="0"/>
            </a:br>
            <a:r>
              <a:rPr lang="ja-JP" altLang="en-US" sz="3600" dirty="0"/>
              <a:t>タイトル</a:t>
            </a:r>
            <a:endParaRPr lang="ja-JP" altLang="en-US" dirty="0"/>
          </a:p>
        </p:txBody>
      </p:sp>
      <p:sp>
        <p:nvSpPr>
          <p:cNvPr id="31" name="テキスト プレースホルダー 30">
            <a:extLst>
              <a:ext uri="{FF2B5EF4-FFF2-40B4-BE49-F238E27FC236}">
                <a16:creationId xmlns:a16="http://schemas.microsoft.com/office/drawing/2014/main" id="{1D06C7BD-68A6-4DB8-F5CB-DA8BF8EEA9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814" y="4248516"/>
            <a:ext cx="8474374" cy="279435"/>
          </a:xfrm>
        </p:spPr>
        <p:txBody>
          <a:bodyPr/>
          <a:lstStyle/>
          <a:p>
            <a:r>
              <a:rPr lang="en-US" altLang="ja-JP" dirty="0"/>
              <a:t>2026/XX/XX</a:t>
            </a:r>
          </a:p>
        </p:txBody>
      </p:sp>
      <p:sp>
        <p:nvSpPr>
          <p:cNvPr id="33" name="テキスト プレースホルダー 32">
            <a:extLst>
              <a:ext uri="{FF2B5EF4-FFF2-40B4-BE49-F238E27FC236}">
                <a16:creationId xmlns:a16="http://schemas.microsoft.com/office/drawing/2014/main" id="{801F09FC-DC40-27D5-263F-E3FD40BCE95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5814" y="4590158"/>
            <a:ext cx="8474374" cy="1802929"/>
          </a:xfrm>
        </p:spPr>
        <p:txBody>
          <a:bodyPr/>
          <a:lstStyle/>
          <a:p>
            <a:r>
              <a:rPr lang="ja-JP" altLang="en-US" dirty="0"/>
              <a:t>チーム名</a:t>
            </a:r>
            <a:endParaRPr lang="en-US" altLang="ja-JP" dirty="0"/>
          </a:p>
          <a:p>
            <a:r>
              <a:rPr lang="ja-JP" altLang="en-US" dirty="0"/>
              <a:t>　所属　氏名</a:t>
            </a:r>
            <a:r>
              <a:rPr lang="en-US" altLang="ja-JP" dirty="0"/>
              <a:t>1</a:t>
            </a:r>
          </a:p>
          <a:p>
            <a:r>
              <a:rPr lang="ja-JP" altLang="en-US" dirty="0"/>
              <a:t>　所属　氏名</a:t>
            </a:r>
            <a:r>
              <a:rPr lang="en-US" altLang="ja-JP" dirty="0"/>
              <a:t>2</a:t>
            </a:r>
          </a:p>
          <a:p>
            <a:r>
              <a:rPr lang="ja-JP" altLang="en-US" dirty="0"/>
              <a:t>　所属　氏名</a:t>
            </a:r>
            <a:r>
              <a:rPr lang="en-US" altLang="ja-JP" dirty="0"/>
              <a:t>3</a:t>
            </a:r>
          </a:p>
          <a:p>
            <a:r>
              <a:rPr lang="ja-JP" altLang="en-US" dirty="0"/>
              <a:t>　所属　氏名</a:t>
            </a:r>
            <a:r>
              <a:rPr lang="en-US" altLang="ja-JP" dirty="0"/>
              <a:t>4</a:t>
            </a:r>
          </a:p>
          <a:p>
            <a:r>
              <a:rPr lang="ja-JP" altLang="en-US" dirty="0"/>
              <a:t>　所属　氏名</a:t>
            </a:r>
            <a:r>
              <a:rPr lang="en-US" altLang="ja-JP" dirty="0"/>
              <a:t>5</a:t>
            </a:r>
          </a:p>
          <a:p>
            <a:endParaRPr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9CA53FF8-9F8B-816D-88BE-D2006C6083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20189" y="490428"/>
            <a:ext cx="2118404" cy="342000"/>
          </a:xfrm>
        </p:spPr>
        <p:txBody>
          <a:bodyPr/>
          <a:lstStyle/>
          <a:p>
            <a:r>
              <a:rPr lang="en-US" altLang="ja-JP" dirty="0"/>
              <a:t>Confidential</a:t>
            </a:r>
          </a:p>
        </p:txBody>
      </p:sp>
      <p:sp>
        <p:nvSpPr>
          <p:cNvPr id="2" name="テキスト プレースホルダー 7">
            <a:extLst>
              <a:ext uri="{FF2B5EF4-FFF2-40B4-BE49-F238E27FC236}">
                <a16:creationId xmlns:a16="http://schemas.microsoft.com/office/drawing/2014/main" id="{E04C2DC6-61AA-51BE-B7CE-E4D357CE8FC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8656320" y="900191"/>
            <a:ext cx="3044190" cy="2023984"/>
          </a:xfrm>
          <a:effectLst>
            <a:outerShdw blurRad="254000" algn="ctr" rotWithShape="0">
              <a:schemeClr val="accent1">
                <a:lumMod val="50000"/>
                <a:alpha val="20000"/>
              </a:schemeClr>
            </a:outerShdw>
          </a:effectLst>
        </p:spPr>
        <p:txBody>
          <a:bodyPr wrap="square" tIns="18000" rIns="36000">
            <a:noAutofit/>
          </a:bodyPr>
          <a:lstStyle>
            <a:lvl1pPr marL="0" indent="0" algn="r">
              <a:lnSpc>
                <a:spcPct val="110000"/>
              </a:lnSpc>
              <a:buFontTx/>
              <a:buNone/>
              <a:defRPr sz="1000">
                <a:solidFill>
                  <a:schemeClr val="bg1"/>
                </a:solidFill>
                <a:effectLst/>
              </a:defRPr>
            </a:lvl1pPr>
          </a:lstStyle>
          <a:p>
            <a:pPr algn="l"/>
            <a:r>
              <a:rPr lang="en-US" altLang="ja-JP" b="1" dirty="0"/>
              <a:t>【</a:t>
            </a:r>
            <a:r>
              <a:rPr lang="ja-JP" altLang="en-US" b="1" dirty="0"/>
              <a:t>配 付 先</a:t>
            </a:r>
            <a:r>
              <a:rPr lang="en-US" altLang="ja-JP" b="1" dirty="0"/>
              <a:t>】</a:t>
            </a:r>
            <a:r>
              <a:rPr lang="ja-JP" altLang="en-US" b="1" dirty="0"/>
              <a:t>コンテスト参加者および運営関係者</a:t>
            </a:r>
            <a:r>
              <a:rPr lang="en-US" altLang="ja-JP" b="1" dirty="0"/>
              <a:t>【</a:t>
            </a:r>
            <a:r>
              <a:rPr lang="ja-JP" altLang="en-US" b="1" dirty="0"/>
              <a:t>使用目的</a:t>
            </a:r>
            <a:r>
              <a:rPr lang="en-US" altLang="ja-JP" b="1" dirty="0"/>
              <a:t>】</a:t>
            </a:r>
            <a:r>
              <a:rPr lang="ja-JP" altLang="en-US" b="1" dirty="0"/>
              <a:t>コンテストへの参加および運営</a:t>
            </a:r>
            <a:endParaRPr lang="en-US" altLang="ja-JP" b="1" dirty="0"/>
          </a:p>
          <a:p>
            <a:pPr algn="l"/>
            <a:r>
              <a:rPr lang="en-US" altLang="ja-JP" b="1" dirty="0"/>
              <a:t>【</a:t>
            </a:r>
            <a:r>
              <a:rPr lang="ja-JP" altLang="en-US" b="1" dirty="0"/>
              <a:t>注意事項</a:t>
            </a:r>
            <a:r>
              <a:rPr lang="en-US" altLang="ja-JP" b="1" dirty="0"/>
              <a:t>】</a:t>
            </a:r>
            <a:r>
              <a:rPr lang="ja-JP" altLang="en-US" b="1" dirty="0"/>
              <a:t>配付先以外への開示禁止</a:t>
            </a:r>
            <a:endParaRPr lang="en-US" altLang="ja-JP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0557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209F6F89-0243-35DD-E269-0AD266DC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コンタクトセンター支援</a:t>
            </a:r>
            <a:r>
              <a:rPr lang="en-US" altLang="ja-JP"/>
              <a:t>AI</a:t>
            </a:r>
            <a:r>
              <a:rPr lang="ja-JP" altLang="en-US"/>
              <a:t>アシスタント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5EDC844-BCFF-A88E-04B5-D894BEC4D916}"/>
              </a:ext>
            </a:extLst>
          </p:cNvPr>
          <p:cNvSpPr/>
          <p:nvPr/>
        </p:nvSpPr>
        <p:spPr>
          <a:xfrm>
            <a:off x="60160" y="32527"/>
            <a:ext cx="39549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400" dirty="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アイデア名（アイデアを一言で表現したもの）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92B18185-C0A8-FC78-687B-8D149BCB7428}"/>
              </a:ext>
            </a:extLst>
          </p:cNvPr>
          <p:cNvSpPr/>
          <p:nvPr/>
        </p:nvSpPr>
        <p:spPr>
          <a:xfrm>
            <a:off x="10401300" y="172261"/>
            <a:ext cx="1605542" cy="433791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>
                <a:solidFill>
                  <a:schemeClr val="bg1"/>
                </a:solidFill>
                <a:latin typeface="+mj-ea"/>
                <a:ea typeface="+mj-ea"/>
              </a:rPr>
              <a:t>アイデアシート</a:t>
            </a:r>
            <a:endParaRPr lang="en-US" altLang="ja-JP" sz="16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7A543558-006F-2B59-0B9A-C2B5FBCC13B1}"/>
              </a:ext>
            </a:extLst>
          </p:cNvPr>
          <p:cNvSpPr/>
          <p:nvPr/>
        </p:nvSpPr>
        <p:spPr>
          <a:xfrm>
            <a:off x="9272788" y="172261"/>
            <a:ext cx="1059886" cy="4337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>
                <a:solidFill>
                  <a:schemeClr val="tx1"/>
                </a:solidFill>
                <a:latin typeface="+mj-ea"/>
                <a:ea typeface="+mj-ea"/>
              </a:rPr>
              <a:t>記載例</a:t>
            </a:r>
            <a:endParaRPr lang="en-US" altLang="ja-JP" sz="1600" b="1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267" name="図 266">
            <a:extLst>
              <a:ext uri="{FF2B5EF4-FFF2-40B4-BE49-F238E27FC236}">
                <a16:creationId xmlns:a16="http://schemas.microsoft.com/office/drawing/2014/main" id="{73FA28B5-D9FC-8613-FC6E-18BC0023B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55" y="887489"/>
            <a:ext cx="10967655" cy="5566130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6670E41-8221-9BC8-1D93-AFEBC0B2558D}"/>
              </a:ext>
            </a:extLst>
          </p:cNvPr>
          <p:cNvCxnSpPr/>
          <p:nvPr/>
        </p:nvCxnSpPr>
        <p:spPr bwMode="auto">
          <a:xfrm>
            <a:off x="263524" y="798576"/>
            <a:ext cx="11436107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178693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209F6F89-0243-35DD-E269-0AD266DC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コンタクトセンター支援</a:t>
            </a:r>
            <a:r>
              <a:rPr lang="en-US" altLang="ja-JP"/>
              <a:t>AI</a:t>
            </a:r>
            <a:r>
              <a:rPr lang="ja-JP" altLang="en-US"/>
              <a:t>アシスタント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5EDC844-BCFF-A88E-04B5-D894BEC4D916}"/>
              </a:ext>
            </a:extLst>
          </p:cNvPr>
          <p:cNvSpPr/>
          <p:nvPr/>
        </p:nvSpPr>
        <p:spPr>
          <a:xfrm>
            <a:off x="60160" y="32527"/>
            <a:ext cx="39549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アイデア名（アイデアを一言で表現したもの）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F05B2BC5-0F17-E2F9-899C-99E8CB0560AD}"/>
              </a:ext>
            </a:extLst>
          </p:cNvPr>
          <p:cNvCxnSpPr/>
          <p:nvPr/>
        </p:nvCxnSpPr>
        <p:spPr bwMode="auto">
          <a:xfrm>
            <a:off x="263524" y="859536"/>
            <a:ext cx="11436107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4240F03-547A-FD47-1659-6775790EB599}"/>
              </a:ext>
            </a:extLst>
          </p:cNvPr>
          <p:cNvSpPr/>
          <p:nvPr/>
        </p:nvSpPr>
        <p:spPr>
          <a:xfrm>
            <a:off x="10401300" y="172261"/>
            <a:ext cx="1605542" cy="433791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>
                <a:solidFill>
                  <a:schemeClr val="bg1"/>
                </a:solidFill>
                <a:latin typeface="+mj-ea"/>
                <a:ea typeface="+mj-ea"/>
              </a:rPr>
              <a:t>構成図</a:t>
            </a:r>
            <a:endParaRPr lang="en-US" altLang="ja-JP" sz="16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8E54238-C100-307B-11F0-CC393C3AFE79}"/>
              </a:ext>
            </a:extLst>
          </p:cNvPr>
          <p:cNvSpPr/>
          <p:nvPr/>
        </p:nvSpPr>
        <p:spPr>
          <a:xfrm>
            <a:off x="9272788" y="172261"/>
            <a:ext cx="1059886" cy="4337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>
                <a:solidFill>
                  <a:schemeClr val="tx1"/>
                </a:solidFill>
                <a:latin typeface="+mj-ea"/>
                <a:ea typeface="+mj-ea"/>
              </a:rPr>
              <a:t>記載例</a:t>
            </a:r>
            <a:endParaRPr lang="en-US" altLang="ja-JP" sz="1600" b="1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388625F1-4351-35E1-FE22-695C360F0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9" y="1538078"/>
            <a:ext cx="11632176" cy="379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32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209F6F89-0243-35DD-E269-0AD266DC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コンタクトセンター支援</a:t>
            </a:r>
            <a:r>
              <a:rPr lang="en-US" altLang="ja-JP"/>
              <a:t>AI</a:t>
            </a:r>
            <a:r>
              <a:rPr lang="ja-JP" altLang="en-US"/>
              <a:t>アシスタント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5EDC844-BCFF-A88E-04B5-D894BEC4D916}"/>
              </a:ext>
            </a:extLst>
          </p:cNvPr>
          <p:cNvSpPr/>
          <p:nvPr/>
        </p:nvSpPr>
        <p:spPr>
          <a:xfrm>
            <a:off x="60160" y="32527"/>
            <a:ext cx="39549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メイリオ" pitchFamily="50" charset="-128"/>
                <a:cs typeface="メイリオ" pitchFamily="50" charset="-128"/>
              </a:rPr>
              <a:t>アイデア名（アイデアを一言で表現したもの）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F05B2BC5-0F17-E2F9-899C-99E8CB0560AD}"/>
              </a:ext>
            </a:extLst>
          </p:cNvPr>
          <p:cNvCxnSpPr/>
          <p:nvPr/>
        </p:nvCxnSpPr>
        <p:spPr bwMode="auto">
          <a:xfrm>
            <a:off x="263524" y="798576"/>
            <a:ext cx="11436107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BF0992C-1C14-9168-6448-F5E061AAD792}"/>
              </a:ext>
            </a:extLst>
          </p:cNvPr>
          <p:cNvSpPr/>
          <p:nvPr/>
        </p:nvSpPr>
        <p:spPr>
          <a:xfrm>
            <a:off x="10401300" y="172261"/>
            <a:ext cx="1605542" cy="433791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7200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600"/>
              </a:lnSpc>
            </a:pPr>
            <a:r>
              <a:rPr lang="ja-JP" altLang="en-US" sz="1600" b="1">
                <a:solidFill>
                  <a:schemeClr val="bg1"/>
                </a:solidFill>
                <a:latin typeface="+mj-ea"/>
                <a:ea typeface="+mj-ea"/>
              </a:rPr>
              <a:t>画面イメージ</a:t>
            </a:r>
            <a:endParaRPr lang="en-US" altLang="ja-JP" sz="16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ts val="1600"/>
              </a:lnSpc>
            </a:pPr>
            <a:r>
              <a:rPr lang="ja-JP" altLang="en-US" sz="1600" b="1">
                <a:solidFill>
                  <a:schemeClr val="bg1"/>
                </a:solidFill>
                <a:latin typeface="+mj-ea"/>
                <a:ea typeface="+mj-ea"/>
              </a:rPr>
              <a:t>／プロンプト</a:t>
            </a:r>
            <a:endParaRPr lang="en-US" altLang="ja-JP" sz="16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F2092E0-8F89-565F-0D71-D1EFD382CCCC}"/>
              </a:ext>
            </a:extLst>
          </p:cNvPr>
          <p:cNvSpPr/>
          <p:nvPr/>
        </p:nvSpPr>
        <p:spPr>
          <a:xfrm>
            <a:off x="9272788" y="172261"/>
            <a:ext cx="1059886" cy="4337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>
                <a:solidFill>
                  <a:schemeClr val="tx1"/>
                </a:solidFill>
                <a:latin typeface="+mj-ea"/>
                <a:ea typeface="+mj-ea"/>
              </a:rPr>
              <a:t>記載例</a:t>
            </a:r>
            <a:endParaRPr lang="en-US" altLang="ja-JP" sz="1600" b="1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405BFAA0-C851-740D-C194-8D6DDDE9E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16" y="1048074"/>
            <a:ext cx="11729721" cy="504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87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 7">
            <a:extLst>
              <a:ext uri="{FF2B5EF4-FFF2-40B4-BE49-F238E27FC236}">
                <a16:creationId xmlns:a16="http://schemas.microsoft.com/office/drawing/2014/main" id="{13738DD7-17E1-47EA-8313-301A4FF7C8E4}"/>
              </a:ext>
            </a:extLst>
          </p:cNvPr>
          <p:cNvGraphicFramePr>
            <a:graphicFrameLocks noGrp="1"/>
          </p:cNvGraphicFramePr>
          <p:nvPr/>
        </p:nvGraphicFramePr>
        <p:xfrm>
          <a:off x="587375" y="869682"/>
          <a:ext cx="10928250" cy="2144160"/>
        </p:xfrm>
        <a:graphic>
          <a:graphicData uri="http://schemas.openxmlformats.org/drawingml/2006/table">
            <a:tbl>
              <a:tblPr firstCol="1">
                <a:tableStyleId>{21E4AEA4-8DFA-4A89-87EB-49C32662AFE0}</a:tableStyleId>
              </a:tblPr>
              <a:tblGrid>
                <a:gridCol w="2006969">
                  <a:extLst>
                    <a:ext uri="{9D8B030D-6E8A-4147-A177-3AD203B41FA5}">
                      <a16:colId xmlns:a16="http://schemas.microsoft.com/office/drawing/2014/main" val="4191180043"/>
                    </a:ext>
                  </a:extLst>
                </a:gridCol>
                <a:gridCol w="8921281">
                  <a:extLst>
                    <a:ext uri="{9D8B030D-6E8A-4147-A177-3AD203B41FA5}">
                      <a16:colId xmlns:a16="http://schemas.microsoft.com/office/drawing/2014/main" val="91973321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</a:t>
                      </a:r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/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タスク</a:t>
                      </a: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endParaRPr kumimoji="1"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108000" marR="108000" marT="72000" marB="720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220136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利用者</a:t>
                      </a: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endParaRPr kumimoji="1"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108000" marR="108000" marT="72000" marB="720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009029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課題</a:t>
                      </a:r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/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要望</a:t>
                      </a:r>
                      <a:endParaRPr kumimoji="1" lang="en-US" altLang="ja-JP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endParaRPr kumimoji="1"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108000" marR="108000" marT="72000" marB="720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39499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実現すべき価値</a:t>
                      </a:r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/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目的</a:t>
                      </a: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endParaRPr kumimoji="1"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108000" marR="108000" marT="72000" marB="720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063501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データ</a:t>
                      </a:r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endParaRPr kumimoji="1"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108000" marR="108000" marT="72000" marB="720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641574"/>
                  </a:ext>
                </a:extLst>
              </a:tr>
              <a:tr h="252002">
                <a:tc>
                  <a:txBody>
                    <a:bodyPr/>
                    <a:lstStyle/>
                    <a:p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期待効果</a:t>
                      </a:r>
                      <a:r>
                        <a:rPr kumimoji="1" lang="en-US" altLang="ja-JP" sz="11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</a:t>
                      </a:r>
                      <a:r>
                        <a:rPr kumimoji="1" lang="ja-JP" altLang="en-US" sz="11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時間</a:t>
                      </a:r>
                      <a:r>
                        <a:rPr kumimoji="1" lang="en-US" altLang="ja-JP" sz="11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/</a:t>
                      </a:r>
                      <a:r>
                        <a:rPr kumimoji="1" lang="ja-JP" altLang="en-US" sz="11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金額等</a:t>
                      </a:r>
                      <a:r>
                        <a:rPr kumimoji="1" lang="en-US" altLang="ja-JP" sz="11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kumimoji="1" lang="ja-JP" altLang="en-US" sz="1400"/>
                    </a:p>
                  </a:txBody>
                  <a:tcPr marL="108000" marR="108000" marT="72000" marB="72000" anchor="ctr"/>
                </a:tc>
                <a:tc>
                  <a:txBody>
                    <a:bodyPr/>
                    <a:lstStyle/>
                    <a:p>
                      <a:endParaRPr kumimoji="1" lang="en-US" altLang="ja-JP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108000" marR="108000" marT="72000" marB="720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20252"/>
                  </a:ext>
                </a:extLst>
              </a:tr>
            </a:tbl>
          </a:graphicData>
        </a:graphic>
      </p:graphicFrame>
      <p:sp>
        <p:nvSpPr>
          <p:cNvPr id="4" name="タイトル 3">
            <a:extLst>
              <a:ext uri="{FF2B5EF4-FFF2-40B4-BE49-F238E27FC236}">
                <a16:creationId xmlns:a16="http://schemas.microsoft.com/office/drawing/2014/main" id="{209F6F89-0243-35DD-E269-0AD266DC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XXX</a:t>
            </a:r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5EDC844-BCFF-A88E-04B5-D894BEC4D916}"/>
              </a:ext>
            </a:extLst>
          </p:cNvPr>
          <p:cNvSpPr/>
          <p:nvPr/>
        </p:nvSpPr>
        <p:spPr>
          <a:xfrm>
            <a:off x="60160" y="32527"/>
            <a:ext cx="39549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400">
                <a:solidFill>
                  <a:srgbClr val="000000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アイデア名（アイデアを一言で表現したもの）</a:t>
            </a:r>
          </a:p>
        </p:txBody>
      </p: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5D995F30-3799-462E-EF8E-1A486642BABB}"/>
              </a:ext>
            </a:extLst>
          </p:cNvPr>
          <p:cNvCxnSpPr/>
          <p:nvPr/>
        </p:nvCxnSpPr>
        <p:spPr bwMode="auto">
          <a:xfrm>
            <a:off x="263524" y="762000"/>
            <a:ext cx="11436107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456369A6-C3FD-003B-417D-B1C10FC156E4}"/>
              </a:ext>
            </a:extLst>
          </p:cNvPr>
          <p:cNvGrpSpPr/>
          <p:nvPr/>
        </p:nvGrpSpPr>
        <p:grpSpPr>
          <a:xfrm>
            <a:off x="573642" y="3304117"/>
            <a:ext cx="5210470" cy="3109746"/>
            <a:chOff x="573642" y="3304117"/>
            <a:chExt cx="5210470" cy="3109746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95076CA9-E3EB-4437-6C6D-04414585C349}"/>
                </a:ext>
              </a:extLst>
            </p:cNvPr>
            <p:cNvSpPr/>
            <p:nvPr/>
          </p:nvSpPr>
          <p:spPr>
            <a:xfrm>
              <a:off x="573642" y="3697277"/>
              <a:ext cx="5210470" cy="27165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86EB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9A60306C-D4E7-9050-A92C-0FB51D0CFC88}"/>
                </a:ext>
              </a:extLst>
            </p:cNvPr>
            <p:cNvSpPr/>
            <p:nvPr/>
          </p:nvSpPr>
          <p:spPr>
            <a:xfrm>
              <a:off x="573642" y="3304117"/>
              <a:ext cx="5210470" cy="39316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ja-JP" sz="1600" b="1">
                  <a:solidFill>
                    <a:srgbClr val="FFFFFF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As-Is</a:t>
              </a:r>
              <a:r>
                <a:rPr lang="ja-JP" altLang="en-US" sz="1600" b="1">
                  <a:solidFill>
                    <a:srgbClr val="FFFFFF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（従来）</a:t>
              </a:r>
              <a:endParaRPr kumimoji="1" lang="ja-JP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6152F13B-172F-37B8-7724-D369591170B8}"/>
              </a:ext>
            </a:extLst>
          </p:cNvPr>
          <p:cNvGrpSpPr/>
          <p:nvPr/>
        </p:nvGrpSpPr>
        <p:grpSpPr>
          <a:xfrm>
            <a:off x="6288929" y="3304117"/>
            <a:ext cx="5210470" cy="3109746"/>
            <a:chOff x="6315781" y="3304117"/>
            <a:chExt cx="5210470" cy="3109746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F20853A7-11ED-68E5-DB7C-4ED2EB89C9A2}"/>
                </a:ext>
              </a:extLst>
            </p:cNvPr>
            <p:cNvSpPr/>
            <p:nvPr/>
          </p:nvSpPr>
          <p:spPr>
            <a:xfrm>
              <a:off x="6315781" y="3697277"/>
              <a:ext cx="5210470" cy="27165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86EB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7570B8BC-317E-E9E3-A0D1-601029A0A341}"/>
                </a:ext>
              </a:extLst>
            </p:cNvPr>
            <p:cNvSpPr/>
            <p:nvPr/>
          </p:nvSpPr>
          <p:spPr>
            <a:xfrm>
              <a:off x="6315781" y="3304117"/>
              <a:ext cx="5210470" cy="39316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To-Be</a:t>
              </a:r>
              <a:r>
                <a:rPr kumimoji="1" lang="ja-JP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（ありたい姿）</a:t>
              </a:r>
            </a:p>
          </p:txBody>
        </p:sp>
      </p:grpSp>
      <p:sp>
        <p:nvSpPr>
          <p:cNvPr id="11" name="二等辺三角形 10">
            <a:extLst>
              <a:ext uri="{FF2B5EF4-FFF2-40B4-BE49-F238E27FC236}">
                <a16:creationId xmlns:a16="http://schemas.microsoft.com/office/drawing/2014/main" id="{92611D1E-7756-25BB-C6B6-6F0C702FCA5F}"/>
              </a:ext>
            </a:extLst>
          </p:cNvPr>
          <p:cNvSpPr/>
          <p:nvPr/>
        </p:nvSpPr>
        <p:spPr bwMode="auto">
          <a:xfrm rot="5400000">
            <a:off x="5778816" y="4715450"/>
            <a:ext cx="542260" cy="287080"/>
          </a:xfrm>
          <a:prstGeom prst="triangl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3" name="Freeform 5">
            <a:extLst>
              <a:ext uri="{FF2B5EF4-FFF2-40B4-BE49-F238E27FC236}">
                <a16:creationId xmlns:a16="http://schemas.microsoft.com/office/drawing/2014/main" id="{EC8A74AC-DF53-279C-06DF-453A9DF58168}"/>
              </a:ext>
            </a:extLst>
          </p:cNvPr>
          <p:cNvSpPr>
            <a:spLocks/>
          </p:cNvSpPr>
          <p:nvPr/>
        </p:nvSpPr>
        <p:spPr bwMode="auto">
          <a:xfrm rot="1024326">
            <a:off x="-2560746" y="6058574"/>
            <a:ext cx="122771" cy="214550"/>
          </a:xfrm>
          <a:custGeom>
            <a:avLst/>
            <a:gdLst/>
            <a:ahLst/>
            <a:cxnLst/>
            <a:rect l="l" t="t" r="r" b="b"/>
            <a:pathLst>
              <a:path w="310533" h="530226">
                <a:moveTo>
                  <a:pt x="75197" y="398463"/>
                </a:moveTo>
                <a:cubicBezTo>
                  <a:pt x="112796" y="398463"/>
                  <a:pt x="154154" y="417286"/>
                  <a:pt x="203032" y="454933"/>
                </a:cubicBezTo>
                <a:cubicBezTo>
                  <a:pt x="210552" y="458698"/>
                  <a:pt x="214312" y="466227"/>
                  <a:pt x="214312" y="473756"/>
                </a:cubicBezTo>
                <a:cubicBezTo>
                  <a:pt x="214312" y="481286"/>
                  <a:pt x="210552" y="488815"/>
                  <a:pt x="203032" y="492579"/>
                </a:cubicBezTo>
                <a:cubicBezTo>
                  <a:pt x="157914" y="518932"/>
                  <a:pt x="116556" y="530226"/>
                  <a:pt x="82717" y="530226"/>
                </a:cubicBezTo>
                <a:cubicBezTo>
                  <a:pt x="48878" y="530226"/>
                  <a:pt x="30079" y="518932"/>
                  <a:pt x="18799" y="507638"/>
                </a:cubicBezTo>
                <a:cubicBezTo>
                  <a:pt x="7520" y="492579"/>
                  <a:pt x="0" y="477521"/>
                  <a:pt x="0" y="462462"/>
                </a:cubicBezTo>
                <a:cubicBezTo>
                  <a:pt x="3760" y="432345"/>
                  <a:pt x="30079" y="398463"/>
                  <a:pt x="75197" y="398463"/>
                </a:cubicBezTo>
                <a:close/>
                <a:moveTo>
                  <a:pt x="109538" y="0"/>
                </a:moveTo>
                <a:cubicBezTo>
                  <a:pt x="162220" y="0"/>
                  <a:pt x="241242" y="37437"/>
                  <a:pt x="308975" y="220876"/>
                </a:cubicBezTo>
                <a:cubicBezTo>
                  <a:pt x="312738" y="228363"/>
                  <a:pt x="308975" y="235850"/>
                  <a:pt x="305212" y="243338"/>
                </a:cubicBezTo>
                <a:cubicBezTo>
                  <a:pt x="301449" y="250825"/>
                  <a:pt x="293923" y="250825"/>
                  <a:pt x="286397" y="250825"/>
                </a:cubicBezTo>
                <a:cubicBezTo>
                  <a:pt x="109538" y="243338"/>
                  <a:pt x="45568" y="183439"/>
                  <a:pt x="26753" y="134772"/>
                </a:cubicBezTo>
                <a:cubicBezTo>
                  <a:pt x="7938" y="97335"/>
                  <a:pt x="15464" y="56155"/>
                  <a:pt x="30516" y="37437"/>
                </a:cubicBezTo>
                <a:cubicBezTo>
                  <a:pt x="41805" y="18718"/>
                  <a:pt x="71908" y="0"/>
                  <a:pt x="109538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5596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sz="2400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92B18185-C0A8-FC78-687B-8D149BCB7428}"/>
              </a:ext>
            </a:extLst>
          </p:cNvPr>
          <p:cNvSpPr/>
          <p:nvPr/>
        </p:nvSpPr>
        <p:spPr>
          <a:xfrm>
            <a:off x="10401300" y="172261"/>
            <a:ext cx="1605542" cy="433791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>
                <a:solidFill>
                  <a:schemeClr val="bg1"/>
                </a:solidFill>
                <a:latin typeface="+mj-ea"/>
                <a:ea typeface="+mj-ea"/>
              </a:rPr>
              <a:t>アイデアシート</a:t>
            </a:r>
            <a:endParaRPr lang="en-US" altLang="ja-JP" sz="16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32207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209F6F89-0243-35DD-E269-0AD266DC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XXX</a:t>
            </a:r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5EDC844-BCFF-A88E-04B5-D894BEC4D916}"/>
              </a:ext>
            </a:extLst>
          </p:cNvPr>
          <p:cNvSpPr/>
          <p:nvPr/>
        </p:nvSpPr>
        <p:spPr>
          <a:xfrm>
            <a:off x="60160" y="32527"/>
            <a:ext cx="39549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アイデア名（アイデアを一言で表現したもの）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F05B2BC5-0F17-E2F9-899C-99E8CB0560AD}"/>
              </a:ext>
            </a:extLst>
          </p:cNvPr>
          <p:cNvCxnSpPr/>
          <p:nvPr/>
        </p:nvCxnSpPr>
        <p:spPr bwMode="auto">
          <a:xfrm>
            <a:off x="263524" y="762000"/>
            <a:ext cx="11436107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4240F03-547A-FD47-1659-6775790EB599}"/>
              </a:ext>
            </a:extLst>
          </p:cNvPr>
          <p:cNvSpPr/>
          <p:nvPr/>
        </p:nvSpPr>
        <p:spPr>
          <a:xfrm>
            <a:off x="10401300" y="172261"/>
            <a:ext cx="1605542" cy="433791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600" b="1">
                <a:solidFill>
                  <a:schemeClr val="bg1"/>
                </a:solidFill>
                <a:latin typeface="+mj-ea"/>
                <a:ea typeface="+mj-ea"/>
              </a:rPr>
              <a:t>構成図</a:t>
            </a:r>
            <a:endParaRPr lang="en-US" altLang="ja-JP" sz="16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5217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209F6F89-0243-35DD-E269-0AD266DC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XXX</a:t>
            </a:r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5EDC844-BCFF-A88E-04B5-D894BEC4D916}"/>
              </a:ext>
            </a:extLst>
          </p:cNvPr>
          <p:cNvSpPr/>
          <p:nvPr/>
        </p:nvSpPr>
        <p:spPr>
          <a:xfrm>
            <a:off x="60160" y="32527"/>
            <a:ext cx="39549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メイリオ" pitchFamily="50" charset="-128"/>
                <a:cs typeface="メイリオ" pitchFamily="50" charset="-128"/>
              </a:rPr>
              <a:t>アイデア名（アイデアを一言で表現したもの）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F05B2BC5-0F17-E2F9-899C-99E8CB0560AD}"/>
              </a:ext>
            </a:extLst>
          </p:cNvPr>
          <p:cNvCxnSpPr/>
          <p:nvPr/>
        </p:nvCxnSpPr>
        <p:spPr bwMode="auto">
          <a:xfrm>
            <a:off x="263524" y="762000"/>
            <a:ext cx="11436107" cy="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EBD836F-F738-1EF8-370F-862B0511DAC3}"/>
              </a:ext>
            </a:extLst>
          </p:cNvPr>
          <p:cNvSpPr/>
          <p:nvPr/>
        </p:nvSpPr>
        <p:spPr>
          <a:xfrm>
            <a:off x="10401300" y="172261"/>
            <a:ext cx="1605542" cy="433791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7200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600"/>
              </a:lnSpc>
            </a:pPr>
            <a:r>
              <a:rPr lang="ja-JP" altLang="en-US" sz="1600" b="1">
                <a:solidFill>
                  <a:schemeClr val="bg1"/>
                </a:solidFill>
                <a:latin typeface="+mj-ea"/>
                <a:ea typeface="+mj-ea"/>
              </a:rPr>
              <a:t>画面イメージ</a:t>
            </a:r>
            <a:endParaRPr lang="en-US" altLang="ja-JP" sz="1600" b="1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ts val="1600"/>
              </a:lnSpc>
            </a:pPr>
            <a:r>
              <a:rPr lang="ja-JP" altLang="en-US" sz="1600" b="1">
                <a:solidFill>
                  <a:schemeClr val="bg1"/>
                </a:solidFill>
                <a:latin typeface="+mj-ea"/>
                <a:ea typeface="+mj-ea"/>
              </a:rPr>
              <a:t>／プロンプト</a:t>
            </a:r>
            <a:endParaRPr lang="en-US" altLang="ja-JP" sz="16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66637000"/>
      </p:ext>
    </p:extLst>
  </p:cSld>
  <p:clrMapOvr>
    <a:masterClrMapping/>
  </p:clrMapOvr>
</p:sld>
</file>

<file path=ppt/theme/theme1.xml><?xml version="1.0" encoding="utf-8"?>
<a:theme xmlns:a="http://schemas.openxmlformats.org/drawingml/2006/main" name="NEC_Templates_ver.1.2">
  <a:themeElements>
    <a:clrScheme name="NEC_Colors_Palette">
      <a:dk1>
        <a:srgbClr val="000000"/>
      </a:dk1>
      <a:lt1>
        <a:srgbClr val="FFFFFF"/>
      </a:lt1>
      <a:dk2>
        <a:srgbClr val="282D3C"/>
      </a:dk2>
      <a:lt2>
        <a:srgbClr val="A7AFC1"/>
      </a:lt2>
      <a:accent1>
        <a:srgbClr val="0F1ED2"/>
      </a:accent1>
      <a:accent2>
        <a:srgbClr val="2C69FF"/>
      </a:accent2>
      <a:accent3>
        <a:srgbClr val="14CDB4"/>
      </a:accent3>
      <a:accent4>
        <a:srgbClr val="C8E60A"/>
      </a:accent4>
      <a:accent5>
        <a:srgbClr val="FF8C00"/>
      </a:accent5>
      <a:accent6>
        <a:srgbClr val="E61E8C"/>
      </a:accent6>
      <a:hlink>
        <a:srgbClr val="4673FA"/>
      </a:hlink>
      <a:folHlink>
        <a:srgbClr val="A05AC8"/>
      </a:folHlink>
    </a:clrScheme>
    <a:fontScheme name="ユーザー定義 4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 sz="1600"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z="16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4" id="{C916B6DF-4EBC-4F0A-B29E-30BAE4A75473}" vid="{0D790A3F-770C-4D96-BE8E-C676FEB19F5E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DC94989748A7244A9E9DBFDE8B0BF03" ma:contentTypeVersion="4" ma:contentTypeDescription="新しいドキュメントを作成します。" ma:contentTypeScope="" ma:versionID="857af2b77e28600e3a43a98d47bc4131">
  <xsd:schema xmlns:xsd="http://www.w3.org/2001/XMLSchema" xmlns:xs="http://www.w3.org/2001/XMLSchema" xmlns:p="http://schemas.microsoft.com/office/2006/metadata/properties" xmlns:ns2="d445652c-d219-45f5-9b34-abf1271c9b8c" targetNamespace="http://schemas.microsoft.com/office/2006/metadata/properties" ma:root="true" ma:fieldsID="2138e04ee618b7d1a7cbdd6d920288da" ns2:_="">
    <xsd:import namespace="d445652c-d219-45f5-9b34-abf1271c9b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45652c-d219-45f5-9b34-abf1271c9b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49F514-0109-4B16-A9EB-32150A44A8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45652c-d219-45f5-9b34-abf1271c9b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D38C730-C329-4729-A60E-B3E37731C52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45CCE8-6BD8-4D00-A954-3D2711902ED0}">
  <ds:schemaRefs>
    <ds:schemaRef ds:uri="e1356132-a099-45eb-9c71-51d9bc146ea2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3fca2586-f3cd-4f71-aecb-314697b9afb3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NEC標準フォント_游ゴシック_16_9</Template>
  <TotalTime>25</TotalTime>
  <Words>200</Words>
  <Application>Microsoft Office PowerPoint</Application>
  <PresentationFormat>ワイド画面</PresentationFormat>
  <Paragraphs>48</Paragraphs>
  <Slides>7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メイリオ</vt:lpstr>
      <vt:lpstr>游ゴシック</vt:lpstr>
      <vt:lpstr>游ゴシック Medium</vt:lpstr>
      <vt:lpstr>Arial</vt:lpstr>
      <vt:lpstr>Segoe UI</vt:lpstr>
      <vt:lpstr>Wingdings</vt:lpstr>
      <vt:lpstr>NEC_Templates_ver.1.2</vt:lpstr>
      <vt:lpstr>[エントリーID: 26x_xxx] タイトル</vt:lpstr>
      <vt:lpstr>コンタクトセンター支援AIアシスタント</vt:lpstr>
      <vt:lpstr>コンタクトセンター支援AIアシスタント</vt:lpstr>
      <vt:lpstr>コンタクトセンター支援AIアシスタント</vt:lpstr>
      <vt:lpstr>XXX</vt:lpstr>
      <vt:lpstr>XXX</vt:lpstr>
      <vt:lpstr>XXX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FUJISHIGE KYOKO(藤重　京子)</dc:creator>
  <cp:lastModifiedBy>FUJISHIGE KYOKO(藤重　京子)</cp:lastModifiedBy>
  <cp:revision>6</cp:revision>
  <dcterms:created xsi:type="dcterms:W3CDTF">2026-09-08T05:30:57Z</dcterms:created>
  <dcterms:modified xsi:type="dcterms:W3CDTF">2026-10-09T09:33:02Z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0x0101000DC94989748A7244A9E9DBFDE8B0BF03</vt:lpwstr>
  </property>
  <property fmtid="{D5CDD505-2E9C-101B-9397-08002B2CF9AE}" pid="3" name="MSIP_Label_3c0b8f5e-a60e-4a82-afde-6afffc7420ba_Enabled">
    <vt:lpwstr>true</vt:lpwstr>
  </property>
  <property fmtid="{D5CDD505-2E9C-101B-9397-08002B2CF9AE}" pid="4" name="MSIP_Label_3c0b8f5e-a60e-4a82-afde-6afffc7420ba_SetDate">
    <vt:lpwstr>2025-11-14T08:30:14Z</vt:lpwstr>
  </property>
  <property fmtid="{D5CDD505-2E9C-101B-9397-08002B2CF9AE}" pid="5" name="MSIP_Label_3c0b8f5e-a60e-4a82-afde-6afffc7420ba_Method">
    <vt:lpwstr>Standard</vt:lpwstr>
  </property>
  <property fmtid="{D5CDD505-2E9C-101B-9397-08002B2CF9AE}" pid="6" name="MSIP_Label_3c0b8f5e-a60e-4a82-afde-6afffc7420ba_Name">
    <vt:lpwstr>未分類</vt:lpwstr>
  </property>
  <property fmtid="{D5CDD505-2E9C-101B-9397-08002B2CF9AE}" pid="7" name="MSIP_Label_3c0b8f5e-a60e-4a82-afde-6afffc7420ba_SiteId">
    <vt:lpwstr>e67df547-9d0d-4f4d-9161-51c6ed1f7d11</vt:lpwstr>
  </property>
  <property fmtid="{D5CDD505-2E9C-101B-9397-08002B2CF9AE}" pid="8" name="MSIP_Label_3c0b8f5e-a60e-4a82-afde-6afffc7420ba_ActionId">
    <vt:lpwstr>cbb2ad56-2878-4f3c-8e90-50e7a9008f6f</vt:lpwstr>
  </property>
  <property fmtid="{D5CDD505-2E9C-101B-9397-08002B2CF9AE}" pid="9" name="MSIP_Label_3c0b8f5e-a60e-4a82-afde-6afffc7420ba_ContentBits">
    <vt:lpwstr>0</vt:lpwstr>
  </property>
  <property fmtid="{D5CDD505-2E9C-101B-9397-08002B2CF9AE}" pid="10" name="MSIP_Label_3c0b8f5e-a60e-4a82-afde-6afffc7420ba_Tag">
    <vt:lpwstr>10, 3, 0, 1</vt:lpwstr>
  </property>
  <property fmtid="{D5CDD505-2E9C-101B-9397-08002B2CF9AE}" pid="11" name="MediaServiceImageTags">
    <vt:lpwstr/>
  </property>
</Properties>
</file>